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</p:sldMasterIdLst>
  <p:notesMasterIdLst>
    <p:notesMasterId r:id="rId7"/>
  </p:notesMasterIdLst>
  <p:sldIdLst>
    <p:sldId id="258" r:id="rId2"/>
    <p:sldId id="257" r:id="rId3"/>
    <p:sldId id="259" r:id="rId4"/>
    <p:sldId id="261" r:id="rId5"/>
    <p:sldId id="260" r:id="rId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8"/>
      <p:bold r:id="rId9"/>
      <p:italic r:id="rId10"/>
      <p:boldItalic r:id="rId11"/>
    </p:embeddedFont>
    <p:embeddedFont>
      <p:font typeface="Vidaloka" panose="020B0604020202020204" charset="0"/>
      <p:regular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9E9E"/>
    <a:srgbClr val="FFFFFF"/>
    <a:srgbClr val="69B5EE"/>
    <a:srgbClr val="7AC068"/>
    <a:srgbClr val="F193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8F3B1B-B6BC-4BD1-84F6-B15D053847C7}">
  <a:tblStyle styleId="{608F3B1B-B6BC-4BD1-84F6-B15D053847C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>
      <p:cViewPr>
        <p:scale>
          <a:sx n="125" d="100"/>
          <a:sy n="125" d="100"/>
        </p:scale>
        <p:origin x="250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9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2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96" r:id="rId2"/>
    <p:sldLayoutId id="2147483697" r:id="rId3"/>
    <p:sldLayoutId id="2147483698" r:id="rId4"/>
    <p:sldLayoutId id="2147483699" r:id="rId5"/>
  </p:sldLayoutIdLst>
  <p:hf hdr="0" ft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D0FDEDC-0DFE-47D5-823E-B0877E8AAAAC}"/>
              </a:ext>
            </a:extLst>
          </p:cNvPr>
          <p:cNvCxnSpPr>
            <a:cxnSpLocks/>
          </p:cNvCxnSpPr>
          <p:nvPr/>
        </p:nvCxnSpPr>
        <p:spPr>
          <a:xfrm>
            <a:off x="2167561" y="1658640"/>
            <a:ext cx="888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F18B432-85CB-42EA-BD8C-0409648E463C}"/>
              </a:ext>
            </a:extLst>
          </p:cNvPr>
          <p:cNvSpPr txBox="1"/>
          <p:nvPr/>
        </p:nvSpPr>
        <p:spPr>
          <a:xfrm>
            <a:off x="2154075" y="1680240"/>
            <a:ext cx="848205" cy="415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Dataset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41F8B7A-B35B-4670-B879-CFC0338F9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432" y="1007194"/>
            <a:ext cx="460718" cy="46071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BD9F791-2B40-4019-A705-1B3A4A172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150" y="1007195"/>
            <a:ext cx="460717" cy="46071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71CA64E-9FEC-401E-92C7-08327F6700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8370" y="1005893"/>
            <a:ext cx="455145" cy="45514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EC0CEC2-3F38-41FB-A9A0-68ED0F7827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9989" y="995632"/>
            <a:ext cx="455145" cy="455145"/>
          </a:xfrm>
          <a:prstGeom prst="rect">
            <a:avLst/>
          </a:prstGeom>
        </p:spPr>
      </p:pic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849B76B-4674-428A-8BCA-85FC9B35159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167561" y="1450777"/>
            <a:ext cx="1" cy="22140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27A102E-CFFD-456F-ACA8-C63E1B205147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3052938" y="1461038"/>
            <a:ext cx="3005" cy="22037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22151DB-602B-4799-B418-9AC18530463D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26791" y="1467912"/>
            <a:ext cx="14686" cy="2196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C836AC5-5D30-4DCE-9C1E-584CBF7E401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4816509" y="1467912"/>
            <a:ext cx="2482" cy="2196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FEAAE86-DA63-4BDC-8AAB-233D98514EF2}"/>
              </a:ext>
            </a:extLst>
          </p:cNvPr>
          <p:cNvCxnSpPr>
            <a:cxnSpLocks/>
          </p:cNvCxnSpPr>
          <p:nvPr/>
        </p:nvCxnSpPr>
        <p:spPr>
          <a:xfrm>
            <a:off x="3052938" y="2088535"/>
            <a:ext cx="8742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89FEC55-230F-44BA-9A92-50FA47A6197B}"/>
              </a:ext>
            </a:extLst>
          </p:cNvPr>
          <p:cNvSpPr txBox="1"/>
          <p:nvPr/>
        </p:nvSpPr>
        <p:spPr>
          <a:xfrm>
            <a:off x="3063055" y="2110135"/>
            <a:ext cx="8587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Encrypted Dataset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361752E-F9C9-4A60-88DA-F8B837F9CB1F}"/>
              </a:ext>
            </a:extLst>
          </p:cNvPr>
          <p:cNvCxnSpPr>
            <a:cxnSpLocks/>
          </p:cNvCxnSpPr>
          <p:nvPr/>
        </p:nvCxnSpPr>
        <p:spPr>
          <a:xfrm flipH="1">
            <a:off x="3055942" y="2510245"/>
            <a:ext cx="8781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8CC132D9-3059-42AB-8FD9-E13B8D1FA6A3}"/>
              </a:ext>
            </a:extLst>
          </p:cNvPr>
          <p:cNvSpPr txBox="1"/>
          <p:nvPr/>
        </p:nvSpPr>
        <p:spPr>
          <a:xfrm>
            <a:off x="3061746" y="2533680"/>
            <a:ext cx="879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Scaler, </a:t>
            </a:r>
          </a:p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Model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DCAF53E-EB3B-4847-AC85-770A85666CB6}"/>
              </a:ext>
            </a:extLst>
          </p:cNvPr>
          <p:cNvCxnSpPr>
            <a:cxnSpLocks/>
          </p:cNvCxnSpPr>
          <p:nvPr/>
        </p:nvCxnSpPr>
        <p:spPr>
          <a:xfrm>
            <a:off x="2168917" y="3245764"/>
            <a:ext cx="2647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40299D2F-3D36-4707-A824-FB020DE44D35}"/>
              </a:ext>
            </a:extLst>
          </p:cNvPr>
          <p:cNvSpPr txBox="1"/>
          <p:nvPr/>
        </p:nvSpPr>
        <p:spPr>
          <a:xfrm>
            <a:off x="3941318" y="3262026"/>
            <a:ext cx="8672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BB34879-2952-4E78-A164-AB32FC82D6CC}"/>
              </a:ext>
            </a:extLst>
          </p:cNvPr>
          <p:cNvCxnSpPr>
            <a:cxnSpLocks/>
          </p:cNvCxnSpPr>
          <p:nvPr/>
        </p:nvCxnSpPr>
        <p:spPr>
          <a:xfrm flipH="1">
            <a:off x="2168974" y="2959441"/>
            <a:ext cx="8853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A26A1F88-89BA-4669-9F35-C318AC1B3766}"/>
              </a:ext>
            </a:extLst>
          </p:cNvPr>
          <p:cNvSpPr txBox="1"/>
          <p:nvPr/>
        </p:nvSpPr>
        <p:spPr>
          <a:xfrm>
            <a:off x="2174778" y="2982876"/>
            <a:ext cx="879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5C9CC5B9-A3D6-4BEE-B348-C92CE1DEDDD3}"/>
              </a:ext>
            </a:extLst>
          </p:cNvPr>
          <p:cNvGrpSpPr/>
          <p:nvPr/>
        </p:nvGrpSpPr>
        <p:grpSpPr>
          <a:xfrm>
            <a:off x="2549501" y="813368"/>
            <a:ext cx="399178" cy="262329"/>
            <a:chOff x="1465446" y="383906"/>
            <a:chExt cx="497777" cy="262329"/>
          </a:xfrm>
        </p:grpSpPr>
        <p:sp>
          <p:nvSpPr>
            <p:cNvPr id="98" name="Rectangle: Single Corner Snipped 97">
              <a:extLst>
                <a:ext uri="{FF2B5EF4-FFF2-40B4-BE49-F238E27FC236}">
                  <a16:creationId xmlns:a16="http://schemas.microsoft.com/office/drawing/2014/main" id="{33FAD722-0CAB-47A0-A04E-83E55712DCCA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FB1C1C-84A6-48C5-8BFF-DC416EEA7EE0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SD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FC66D0C-0B1F-453E-B3C0-DF70552DF1CD}"/>
              </a:ext>
            </a:extLst>
          </p:cNvPr>
          <p:cNvGrpSpPr/>
          <p:nvPr/>
        </p:nvGrpSpPr>
        <p:grpSpPr>
          <a:xfrm>
            <a:off x="1721305" y="802047"/>
            <a:ext cx="399178" cy="262329"/>
            <a:chOff x="1465446" y="383906"/>
            <a:chExt cx="497777" cy="262329"/>
          </a:xfrm>
        </p:grpSpPr>
        <p:sp>
          <p:nvSpPr>
            <p:cNvPr id="101" name="Rectangle: Single Corner Snipped 100">
              <a:extLst>
                <a:ext uri="{FF2B5EF4-FFF2-40B4-BE49-F238E27FC236}">
                  <a16:creationId xmlns:a16="http://schemas.microsoft.com/office/drawing/2014/main" id="{ECB2D260-F898-4C0C-B601-14340ABD402E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CD16974-3B88-4262-85DA-3587C09737F4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CC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078510DE-908F-4F1F-9BA0-6364F3D5F5C7}"/>
              </a:ext>
            </a:extLst>
          </p:cNvPr>
          <p:cNvGrpSpPr/>
          <p:nvPr/>
        </p:nvGrpSpPr>
        <p:grpSpPr>
          <a:xfrm>
            <a:off x="3407537" y="809888"/>
            <a:ext cx="399178" cy="262329"/>
            <a:chOff x="1465446" y="383906"/>
            <a:chExt cx="497777" cy="262329"/>
          </a:xfrm>
        </p:grpSpPr>
        <p:sp>
          <p:nvSpPr>
            <p:cNvPr id="104" name="Rectangle: Single Corner Snipped 103">
              <a:extLst>
                <a:ext uri="{FF2B5EF4-FFF2-40B4-BE49-F238E27FC236}">
                  <a16:creationId xmlns:a16="http://schemas.microsoft.com/office/drawing/2014/main" id="{418AB57F-0784-483D-9DE6-FF6889F096AC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C12174E-176A-4B05-96EF-99841A7069FA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SP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0BA5D5C-F335-4900-909E-51F732E9CD19}"/>
              </a:ext>
            </a:extLst>
          </p:cNvPr>
          <p:cNvGrpSpPr/>
          <p:nvPr/>
        </p:nvGrpSpPr>
        <p:grpSpPr>
          <a:xfrm>
            <a:off x="4374952" y="802047"/>
            <a:ext cx="399178" cy="262329"/>
            <a:chOff x="1465446" y="383906"/>
            <a:chExt cx="497777" cy="262329"/>
          </a:xfrm>
        </p:grpSpPr>
        <p:sp>
          <p:nvSpPr>
            <p:cNvPr id="107" name="Rectangle: Single Corner Snipped 106">
              <a:extLst>
                <a:ext uri="{FF2B5EF4-FFF2-40B4-BE49-F238E27FC236}">
                  <a16:creationId xmlns:a16="http://schemas.microsoft.com/office/drawing/2014/main" id="{68A249AA-D89E-4A5B-9F27-C9F99519A31C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2DD21E7-8A8D-4528-9882-4ADB5CD1DD0E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SU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0062C55-A2CC-42AC-B9DC-F14E40301461}"/>
              </a:ext>
            </a:extLst>
          </p:cNvPr>
          <p:cNvCxnSpPr/>
          <p:nvPr/>
        </p:nvCxnSpPr>
        <p:spPr>
          <a:xfrm>
            <a:off x="-367200" y="100800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4926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A779604A-6BB9-4784-B598-BAF862696FF7}"/>
              </a:ext>
            </a:extLst>
          </p:cNvPr>
          <p:cNvGrpSpPr/>
          <p:nvPr/>
        </p:nvGrpSpPr>
        <p:grpSpPr>
          <a:xfrm>
            <a:off x="750448" y="719904"/>
            <a:ext cx="888933" cy="266689"/>
            <a:chOff x="3195984" y="928800"/>
            <a:chExt cx="818232" cy="26668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BD6AD18-C51C-49A7-A6C0-A9653B0BCD97}"/>
                </a:ext>
              </a:extLst>
            </p:cNvPr>
            <p:cNvSpPr/>
            <p:nvPr/>
          </p:nvSpPr>
          <p:spPr>
            <a:xfrm>
              <a:off x="3195984" y="928800"/>
              <a:ext cx="818232" cy="266689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5E016D8-29A9-42A8-97BB-6995669206E7}"/>
                </a:ext>
              </a:extLst>
            </p:cNvPr>
            <p:cNvSpPr txBox="1"/>
            <p:nvPr/>
          </p:nvSpPr>
          <p:spPr>
            <a:xfrm>
              <a:off x="3195984" y="933407"/>
              <a:ext cx="81823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Encryption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CBAFDA9D-16E7-4FA2-A990-AF69656A9E33}"/>
              </a:ext>
            </a:extLst>
          </p:cNvPr>
          <p:cNvGrpSpPr/>
          <p:nvPr/>
        </p:nvGrpSpPr>
        <p:grpSpPr>
          <a:xfrm>
            <a:off x="592342" y="2738266"/>
            <a:ext cx="1200101" cy="261403"/>
            <a:chOff x="1659792" y="2603376"/>
            <a:chExt cx="1241904" cy="36576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D0092BC-CA86-48C0-866A-DFDFEF72E2F3}"/>
                </a:ext>
              </a:extLst>
            </p:cNvPr>
            <p:cNvSpPr/>
            <p:nvPr/>
          </p:nvSpPr>
          <p:spPr>
            <a:xfrm>
              <a:off x="1659792" y="2603376"/>
              <a:ext cx="1241904" cy="365760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45E874D-A3B5-44DC-A955-052485DD0744}"/>
                </a:ext>
              </a:extLst>
            </p:cNvPr>
            <p:cNvSpPr txBox="1"/>
            <p:nvPr/>
          </p:nvSpPr>
          <p:spPr>
            <a:xfrm>
              <a:off x="1659792" y="2607983"/>
              <a:ext cx="12419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Preprocessing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9ED6571A-A3E7-4F3C-BCC0-D28E8B8D01D4}"/>
              </a:ext>
            </a:extLst>
          </p:cNvPr>
          <p:cNvGrpSpPr/>
          <p:nvPr/>
        </p:nvGrpSpPr>
        <p:grpSpPr>
          <a:xfrm>
            <a:off x="2004960" y="2617529"/>
            <a:ext cx="903839" cy="486934"/>
            <a:chOff x="1745136" y="3365760"/>
            <a:chExt cx="924912" cy="64832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A7B2A3C-D530-4639-8601-2C1DD407EF67}"/>
                </a:ext>
              </a:extLst>
            </p:cNvPr>
            <p:cNvSpPr/>
            <p:nvPr/>
          </p:nvSpPr>
          <p:spPr>
            <a:xfrm>
              <a:off x="1745136" y="3365760"/>
              <a:ext cx="924912" cy="648329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9D9058-75B8-4519-8184-59880D2BFE74}"/>
                </a:ext>
              </a:extLst>
            </p:cNvPr>
            <p:cNvSpPr txBox="1"/>
            <p:nvPr/>
          </p:nvSpPr>
          <p:spPr>
            <a:xfrm>
              <a:off x="1745136" y="3382560"/>
              <a:ext cx="924912" cy="5327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Train Test Split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A7C52F4-A1B2-474C-9AB7-1471CAF1807E}"/>
              </a:ext>
            </a:extLst>
          </p:cNvPr>
          <p:cNvGrpSpPr/>
          <p:nvPr/>
        </p:nvGrpSpPr>
        <p:grpSpPr>
          <a:xfrm>
            <a:off x="2044466" y="1076883"/>
            <a:ext cx="943102" cy="475708"/>
            <a:chOff x="2001168" y="888787"/>
            <a:chExt cx="998064" cy="52321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1CB5C5-3A1A-4536-99AC-B105145F2BD4}"/>
                </a:ext>
              </a:extLst>
            </p:cNvPr>
            <p:cNvSpPr/>
            <p:nvPr/>
          </p:nvSpPr>
          <p:spPr>
            <a:xfrm>
              <a:off x="2001168" y="888787"/>
              <a:ext cx="998064" cy="523219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F046A3-C678-477F-9899-2E6A2276E2D7}"/>
                </a:ext>
              </a:extLst>
            </p:cNvPr>
            <p:cNvSpPr txBox="1"/>
            <p:nvPr/>
          </p:nvSpPr>
          <p:spPr>
            <a:xfrm>
              <a:off x="2001168" y="894882"/>
              <a:ext cx="99806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Keys Generation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91E32F43-EA55-4366-B107-229B5E9CFF23}"/>
              </a:ext>
            </a:extLst>
          </p:cNvPr>
          <p:cNvGrpSpPr/>
          <p:nvPr/>
        </p:nvGrpSpPr>
        <p:grpSpPr>
          <a:xfrm>
            <a:off x="1945943" y="2221626"/>
            <a:ext cx="1003272" cy="246221"/>
            <a:chOff x="3230880" y="2718998"/>
            <a:chExt cx="1014984" cy="342176"/>
          </a:xfrm>
        </p:grpSpPr>
        <p:sp>
          <p:nvSpPr>
            <p:cNvPr id="5" name="Parallelogram 4">
              <a:extLst>
                <a:ext uri="{FF2B5EF4-FFF2-40B4-BE49-F238E27FC236}">
                  <a16:creationId xmlns:a16="http://schemas.microsoft.com/office/drawing/2014/main" id="{3542C45A-AD33-4930-9695-998C5800927A}"/>
                </a:ext>
              </a:extLst>
            </p:cNvPr>
            <p:cNvSpPr/>
            <p:nvPr/>
          </p:nvSpPr>
          <p:spPr>
            <a:xfrm>
              <a:off x="3230880" y="2727408"/>
              <a:ext cx="1014984" cy="307777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5AE209-5B51-44D9-B67A-86AE7C2D9F6A}"/>
                </a:ext>
              </a:extLst>
            </p:cNvPr>
            <p:cNvSpPr txBox="1"/>
            <p:nvPr/>
          </p:nvSpPr>
          <p:spPr>
            <a:xfrm>
              <a:off x="3252216" y="2718998"/>
              <a:ext cx="975360" cy="342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Train Data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E1D2E23-9D4B-45F7-BE5F-064C578B579F}"/>
              </a:ext>
            </a:extLst>
          </p:cNvPr>
          <p:cNvGrpSpPr/>
          <p:nvPr/>
        </p:nvGrpSpPr>
        <p:grpSpPr>
          <a:xfrm>
            <a:off x="716331" y="1335920"/>
            <a:ext cx="949971" cy="472172"/>
            <a:chOff x="4340352" y="955718"/>
            <a:chExt cx="1016350" cy="525987"/>
          </a:xfrm>
        </p:grpSpPr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B4FD3667-1518-4A97-A9B5-582EE10A7EB9}"/>
                </a:ext>
              </a:extLst>
            </p:cNvPr>
            <p:cNvSpPr/>
            <p:nvPr/>
          </p:nvSpPr>
          <p:spPr>
            <a:xfrm>
              <a:off x="4340352" y="958485"/>
              <a:ext cx="998064" cy="523220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AFA179-E1DB-4D90-B0F4-8E80FD03DBD3}"/>
                </a:ext>
              </a:extLst>
            </p:cNvPr>
            <p:cNvSpPr txBox="1"/>
            <p:nvPr/>
          </p:nvSpPr>
          <p:spPr>
            <a:xfrm>
              <a:off x="4346447" y="955718"/>
              <a:ext cx="10102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Encrypted Dataset</a:t>
              </a: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65286EF-BCB3-4D59-9405-F37132B833B0}"/>
              </a:ext>
            </a:extLst>
          </p:cNvPr>
          <p:cNvCxnSpPr>
            <a:cxnSpLocks/>
            <a:stCxn id="14" idx="2"/>
            <a:endCxn id="171" idx="0"/>
          </p:cNvCxnSpPr>
          <p:nvPr/>
        </p:nvCxnSpPr>
        <p:spPr>
          <a:xfrm>
            <a:off x="2516017" y="1552591"/>
            <a:ext cx="4897" cy="135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5A92F54-66C4-4779-86E3-7F33D6C99D36}"/>
              </a:ext>
            </a:extLst>
          </p:cNvPr>
          <p:cNvCxnSpPr>
            <a:cxnSpLocks/>
            <a:stCxn id="8" idx="2"/>
            <a:endCxn id="35" idx="0"/>
          </p:cNvCxnSpPr>
          <p:nvPr/>
        </p:nvCxnSpPr>
        <p:spPr>
          <a:xfrm flipH="1">
            <a:off x="1194165" y="986593"/>
            <a:ext cx="750" cy="349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B4E3637A-4017-48BF-BB0D-0A92844E5FB9}"/>
              </a:ext>
            </a:extLst>
          </p:cNvPr>
          <p:cNvCxnSpPr>
            <a:cxnSpLocks/>
            <a:stCxn id="12" idx="0"/>
            <a:endCxn id="5" idx="4"/>
          </p:cNvCxnSpPr>
          <p:nvPr/>
        </p:nvCxnSpPr>
        <p:spPr>
          <a:xfrm flipH="1" flipV="1">
            <a:off x="2447579" y="2449146"/>
            <a:ext cx="9301" cy="168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E771D319-EFEB-45D6-9925-675A7A7578A2}"/>
              </a:ext>
            </a:extLst>
          </p:cNvPr>
          <p:cNvCxnSpPr>
            <a:cxnSpLocks/>
            <a:stCxn id="12" idx="2"/>
            <a:endCxn id="136" idx="0"/>
          </p:cNvCxnSpPr>
          <p:nvPr/>
        </p:nvCxnSpPr>
        <p:spPr>
          <a:xfrm>
            <a:off x="2456880" y="3104463"/>
            <a:ext cx="8583" cy="1646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67F0BF08-6CD6-4C7D-BC5E-A63FE257E6DA}"/>
              </a:ext>
            </a:extLst>
          </p:cNvPr>
          <p:cNvGrpSpPr/>
          <p:nvPr/>
        </p:nvGrpSpPr>
        <p:grpSpPr>
          <a:xfrm>
            <a:off x="2053649" y="3269118"/>
            <a:ext cx="821161" cy="246221"/>
            <a:chOff x="3230880" y="2719003"/>
            <a:chExt cx="1014984" cy="342177"/>
          </a:xfrm>
        </p:grpSpPr>
        <p:sp>
          <p:nvSpPr>
            <p:cNvPr id="135" name="Parallelogram 134">
              <a:extLst>
                <a:ext uri="{FF2B5EF4-FFF2-40B4-BE49-F238E27FC236}">
                  <a16:creationId xmlns:a16="http://schemas.microsoft.com/office/drawing/2014/main" id="{68AACE87-A018-420B-A4CB-6763F60FCBB6}"/>
                </a:ext>
              </a:extLst>
            </p:cNvPr>
            <p:cNvSpPr/>
            <p:nvPr/>
          </p:nvSpPr>
          <p:spPr>
            <a:xfrm>
              <a:off x="3230880" y="2727408"/>
              <a:ext cx="1014984" cy="307777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5C3CF8E-B2DB-45E2-B4CD-7E360007C79C}"/>
                </a:ext>
              </a:extLst>
            </p:cNvPr>
            <p:cNvSpPr txBox="1"/>
            <p:nvPr/>
          </p:nvSpPr>
          <p:spPr>
            <a:xfrm>
              <a:off x="3252216" y="2719003"/>
              <a:ext cx="975360" cy="3421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Test Data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F32C337-0199-458B-97C7-8A04C3086BF0}"/>
              </a:ext>
            </a:extLst>
          </p:cNvPr>
          <p:cNvGrpSpPr/>
          <p:nvPr/>
        </p:nvGrpSpPr>
        <p:grpSpPr>
          <a:xfrm>
            <a:off x="3121268" y="2219975"/>
            <a:ext cx="762673" cy="261403"/>
            <a:chOff x="1659792" y="2603376"/>
            <a:chExt cx="1241904" cy="3657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75E61BF-CB57-4383-B7C9-D7A351ED218D}"/>
                </a:ext>
              </a:extLst>
            </p:cNvPr>
            <p:cNvSpPr/>
            <p:nvPr/>
          </p:nvSpPr>
          <p:spPr>
            <a:xfrm>
              <a:off x="1659792" y="2603376"/>
              <a:ext cx="1241904" cy="365760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6CC07E37-8428-4ED8-94B3-72E18E523DB0}"/>
                </a:ext>
              </a:extLst>
            </p:cNvPr>
            <p:cNvSpPr txBox="1"/>
            <p:nvPr/>
          </p:nvSpPr>
          <p:spPr>
            <a:xfrm>
              <a:off x="1659792" y="2607984"/>
              <a:ext cx="1241904" cy="3445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Training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06C0617-AD7D-49B4-8E88-6D5EEC5BCC90}"/>
              </a:ext>
            </a:extLst>
          </p:cNvPr>
          <p:cNvGrpSpPr/>
          <p:nvPr/>
        </p:nvGrpSpPr>
        <p:grpSpPr>
          <a:xfrm>
            <a:off x="3033354" y="2647723"/>
            <a:ext cx="948684" cy="472173"/>
            <a:chOff x="4340352" y="955717"/>
            <a:chExt cx="1055236" cy="525988"/>
          </a:xfrm>
        </p:grpSpPr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847CB9C5-D579-46E6-B1BB-2624A869C1E3}"/>
                </a:ext>
              </a:extLst>
            </p:cNvPr>
            <p:cNvSpPr/>
            <p:nvPr/>
          </p:nvSpPr>
          <p:spPr>
            <a:xfrm>
              <a:off x="4340352" y="958485"/>
              <a:ext cx="1041597" cy="523220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5E1C3E8-E254-4FA4-B708-0960FD0965E2}"/>
                </a:ext>
              </a:extLst>
            </p:cNvPr>
            <p:cNvSpPr txBox="1"/>
            <p:nvPr/>
          </p:nvSpPr>
          <p:spPr>
            <a:xfrm>
              <a:off x="4346451" y="955717"/>
              <a:ext cx="1049137" cy="445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Hyper-Parameters</a:t>
              </a:r>
            </a:p>
          </p:txBody>
        </p:sp>
      </p:grp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DB1CB2F-5D90-4385-BCD4-EC20D197E8DC}"/>
              </a:ext>
            </a:extLst>
          </p:cNvPr>
          <p:cNvCxnSpPr>
            <a:cxnSpLocks/>
            <a:stCxn id="20" idx="3"/>
            <a:endCxn id="67" idx="1"/>
          </p:cNvCxnSpPr>
          <p:nvPr/>
        </p:nvCxnSpPr>
        <p:spPr>
          <a:xfrm>
            <a:off x="2931138" y="2344737"/>
            <a:ext cx="190130" cy="1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F286B79-29FC-4757-A32E-E92DBF747B87}"/>
              </a:ext>
            </a:extLst>
          </p:cNvPr>
          <p:cNvCxnSpPr>
            <a:cxnSpLocks/>
            <a:stCxn id="76" idx="0"/>
            <a:endCxn id="67" idx="2"/>
          </p:cNvCxnSpPr>
          <p:nvPr/>
        </p:nvCxnSpPr>
        <p:spPr>
          <a:xfrm flipH="1" flipV="1">
            <a:off x="3502605" y="2469489"/>
            <a:ext cx="7833" cy="178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0D45C78-4F49-4CC5-B11A-A14261D45B74}"/>
              </a:ext>
            </a:extLst>
          </p:cNvPr>
          <p:cNvGrpSpPr/>
          <p:nvPr/>
        </p:nvGrpSpPr>
        <p:grpSpPr>
          <a:xfrm>
            <a:off x="3996000" y="2592001"/>
            <a:ext cx="794420" cy="517754"/>
            <a:chOff x="4340352" y="955717"/>
            <a:chExt cx="1055236" cy="525988"/>
          </a:xfrm>
        </p:grpSpPr>
        <p:sp>
          <p:nvSpPr>
            <p:cNvPr id="88" name="Parallelogram 87">
              <a:extLst>
                <a:ext uri="{FF2B5EF4-FFF2-40B4-BE49-F238E27FC236}">
                  <a16:creationId xmlns:a16="http://schemas.microsoft.com/office/drawing/2014/main" id="{FDB30531-21BE-4038-824B-9EAD25593E21}"/>
                </a:ext>
              </a:extLst>
            </p:cNvPr>
            <p:cNvSpPr/>
            <p:nvPr/>
          </p:nvSpPr>
          <p:spPr>
            <a:xfrm>
              <a:off x="4340352" y="958485"/>
              <a:ext cx="1041597" cy="523220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22232E-9CF8-4876-8C3E-A2A72BF879F5}"/>
                </a:ext>
              </a:extLst>
            </p:cNvPr>
            <p:cNvSpPr txBox="1"/>
            <p:nvPr/>
          </p:nvSpPr>
          <p:spPr>
            <a:xfrm>
              <a:off x="4346452" y="955717"/>
              <a:ext cx="1049136" cy="445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Trained Models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7B3CDBC-2C72-44C3-8399-6F167DB3197D}"/>
              </a:ext>
            </a:extLst>
          </p:cNvPr>
          <p:cNvGrpSpPr/>
          <p:nvPr/>
        </p:nvGrpSpPr>
        <p:grpSpPr>
          <a:xfrm>
            <a:off x="3947068" y="3264031"/>
            <a:ext cx="755946" cy="261403"/>
            <a:chOff x="1659792" y="2603376"/>
            <a:chExt cx="1241904" cy="36576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0A3661E-EEAE-4E9D-AF94-6EFC9C62B288}"/>
                </a:ext>
              </a:extLst>
            </p:cNvPr>
            <p:cNvSpPr/>
            <p:nvPr/>
          </p:nvSpPr>
          <p:spPr>
            <a:xfrm>
              <a:off x="1659792" y="2603376"/>
              <a:ext cx="1241904" cy="365760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4287E97B-BF50-401D-B860-3BDC1BDAA883}"/>
                </a:ext>
              </a:extLst>
            </p:cNvPr>
            <p:cNvSpPr txBox="1"/>
            <p:nvPr/>
          </p:nvSpPr>
          <p:spPr>
            <a:xfrm>
              <a:off x="1659792" y="2607984"/>
              <a:ext cx="1241904" cy="3445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Testing</a:t>
              </a:r>
            </a:p>
          </p:txBody>
        </p:sp>
      </p:grp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2F3A2008-5FA2-487A-9FBF-867A37F9C189}"/>
              </a:ext>
            </a:extLst>
          </p:cNvPr>
          <p:cNvCxnSpPr>
            <a:cxnSpLocks/>
            <a:stCxn id="88" idx="3"/>
            <a:endCxn id="93" idx="0"/>
          </p:cNvCxnSpPr>
          <p:nvPr/>
        </p:nvCxnSpPr>
        <p:spPr>
          <a:xfrm>
            <a:off x="4323697" y="3109755"/>
            <a:ext cx="1344" cy="1575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78579D68-19CD-436B-B6E0-EFA16184CD29}"/>
              </a:ext>
            </a:extLst>
          </p:cNvPr>
          <p:cNvCxnSpPr>
            <a:cxnSpLocks/>
            <a:stCxn id="135" idx="2"/>
            <a:endCxn id="93" idx="1"/>
          </p:cNvCxnSpPr>
          <p:nvPr/>
        </p:nvCxnSpPr>
        <p:spPr>
          <a:xfrm>
            <a:off x="2847127" y="3385900"/>
            <a:ext cx="1099941" cy="45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D7FDF3B-7503-4255-ADEB-C5A4C025E6E8}"/>
              </a:ext>
            </a:extLst>
          </p:cNvPr>
          <p:cNvGrpSpPr/>
          <p:nvPr/>
        </p:nvGrpSpPr>
        <p:grpSpPr>
          <a:xfrm>
            <a:off x="4906084" y="2543156"/>
            <a:ext cx="923100" cy="246221"/>
            <a:chOff x="3230880" y="2719001"/>
            <a:chExt cx="1014984" cy="342177"/>
          </a:xfrm>
        </p:grpSpPr>
        <p:sp>
          <p:nvSpPr>
            <p:cNvPr id="103" name="Parallelogram 102">
              <a:extLst>
                <a:ext uri="{FF2B5EF4-FFF2-40B4-BE49-F238E27FC236}">
                  <a16:creationId xmlns:a16="http://schemas.microsoft.com/office/drawing/2014/main" id="{CFE27A24-673F-4AD2-A82B-94B012C94241}"/>
                </a:ext>
              </a:extLst>
            </p:cNvPr>
            <p:cNvSpPr/>
            <p:nvPr/>
          </p:nvSpPr>
          <p:spPr>
            <a:xfrm>
              <a:off x="3230880" y="2727408"/>
              <a:ext cx="1014984" cy="307777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C5A9AC4-5EEE-47C5-9C9E-C0361C759892}"/>
                </a:ext>
              </a:extLst>
            </p:cNvPr>
            <p:cNvSpPr txBox="1"/>
            <p:nvPr/>
          </p:nvSpPr>
          <p:spPr>
            <a:xfrm>
              <a:off x="3252218" y="2719001"/>
              <a:ext cx="975360" cy="3421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Best Model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3A47C05-E538-41C0-A473-409AED0C2C30}"/>
              </a:ext>
            </a:extLst>
          </p:cNvPr>
          <p:cNvGrpSpPr/>
          <p:nvPr/>
        </p:nvGrpSpPr>
        <p:grpSpPr>
          <a:xfrm>
            <a:off x="4883026" y="2969428"/>
            <a:ext cx="956734" cy="852424"/>
            <a:chOff x="4111200" y="2959200"/>
            <a:chExt cx="835948" cy="678203"/>
          </a:xfrm>
        </p:grpSpPr>
        <p:sp>
          <p:nvSpPr>
            <p:cNvPr id="98" name="Diamond 97">
              <a:extLst>
                <a:ext uri="{FF2B5EF4-FFF2-40B4-BE49-F238E27FC236}">
                  <a16:creationId xmlns:a16="http://schemas.microsoft.com/office/drawing/2014/main" id="{E69C8465-68B2-42DE-9626-064264640043}"/>
                </a:ext>
              </a:extLst>
            </p:cNvPr>
            <p:cNvSpPr/>
            <p:nvPr/>
          </p:nvSpPr>
          <p:spPr>
            <a:xfrm>
              <a:off x="4111200" y="2959200"/>
              <a:ext cx="835948" cy="678203"/>
            </a:xfrm>
            <a:prstGeom prst="diamond">
              <a:avLst/>
            </a:prstGeom>
            <a:noFill/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CD9C97A-AC97-45DB-9647-4C614FD5360C}"/>
                </a:ext>
              </a:extLst>
            </p:cNvPr>
            <p:cNvSpPr txBox="1"/>
            <p:nvPr/>
          </p:nvSpPr>
          <p:spPr>
            <a:xfrm>
              <a:off x="4177574" y="3099769"/>
              <a:ext cx="7060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Compare Models</a:t>
              </a:r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59C79EF7-3F16-4688-AF44-747EC4520B72}"/>
              </a:ext>
            </a:extLst>
          </p:cNvPr>
          <p:cNvCxnSpPr>
            <a:cxnSpLocks/>
            <a:stCxn id="98" idx="0"/>
            <a:endCxn id="104" idx="2"/>
          </p:cNvCxnSpPr>
          <p:nvPr/>
        </p:nvCxnSpPr>
        <p:spPr>
          <a:xfrm flipV="1">
            <a:off x="5361393" y="2789377"/>
            <a:ext cx="7629" cy="180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C58DA8F1-5BCF-48C0-87AC-39FF8141CBDB}"/>
              </a:ext>
            </a:extLst>
          </p:cNvPr>
          <p:cNvCxnSpPr>
            <a:stCxn id="66" idx="3"/>
            <a:endCxn id="89" idx="0"/>
          </p:cNvCxnSpPr>
          <p:nvPr/>
        </p:nvCxnSpPr>
        <p:spPr>
          <a:xfrm>
            <a:off x="3883941" y="2350677"/>
            <a:ext cx="511565" cy="2413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A0B519EA-9F9F-4364-B509-83BA4ABE506D}"/>
              </a:ext>
            </a:extLst>
          </p:cNvPr>
          <p:cNvSpPr/>
          <p:nvPr/>
        </p:nvSpPr>
        <p:spPr>
          <a:xfrm>
            <a:off x="1793256" y="777357"/>
            <a:ext cx="157812" cy="145940"/>
          </a:xfrm>
          <a:prstGeom prst="ellipse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D9EE76DD-9F94-44B9-A500-E8A49B8D55E9}"/>
              </a:ext>
            </a:extLst>
          </p:cNvPr>
          <p:cNvCxnSpPr>
            <a:stCxn id="141" idx="2"/>
            <a:endCxn id="9" idx="3"/>
          </p:cNvCxnSpPr>
          <p:nvPr/>
        </p:nvCxnSpPr>
        <p:spPr>
          <a:xfrm flipH="1" flipV="1">
            <a:off x="1639381" y="847622"/>
            <a:ext cx="153875" cy="27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447A66DC-202C-4B06-8241-3C00B932DE95}"/>
              </a:ext>
            </a:extLst>
          </p:cNvPr>
          <p:cNvGrpSpPr/>
          <p:nvPr/>
        </p:nvGrpSpPr>
        <p:grpSpPr>
          <a:xfrm>
            <a:off x="2000532" y="1688465"/>
            <a:ext cx="1037649" cy="246221"/>
            <a:chOff x="3230880" y="2718998"/>
            <a:chExt cx="1014984" cy="342176"/>
          </a:xfrm>
        </p:grpSpPr>
        <p:sp>
          <p:nvSpPr>
            <p:cNvPr id="170" name="Parallelogram 169">
              <a:extLst>
                <a:ext uri="{FF2B5EF4-FFF2-40B4-BE49-F238E27FC236}">
                  <a16:creationId xmlns:a16="http://schemas.microsoft.com/office/drawing/2014/main" id="{5643A701-28BA-41EF-A544-70E82CBD4F67}"/>
                </a:ext>
              </a:extLst>
            </p:cNvPr>
            <p:cNvSpPr/>
            <p:nvPr/>
          </p:nvSpPr>
          <p:spPr>
            <a:xfrm>
              <a:off x="3230880" y="2727408"/>
              <a:ext cx="1014984" cy="307777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0FABC2EC-DD23-4F3B-80EF-F70F2AD63D46}"/>
                </a:ext>
              </a:extLst>
            </p:cNvPr>
            <p:cNvSpPr txBox="1"/>
            <p:nvPr/>
          </p:nvSpPr>
          <p:spPr>
            <a:xfrm>
              <a:off x="3252216" y="2718998"/>
              <a:ext cx="975360" cy="342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Public Keys</a:t>
              </a:r>
            </a:p>
          </p:txBody>
        </p:sp>
      </p:grp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B3C5CC6F-6D12-4CFE-AB58-C270663DCD4C}"/>
              </a:ext>
            </a:extLst>
          </p:cNvPr>
          <p:cNvCxnSpPr>
            <a:cxnSpLocks/>
            <a:stCxn id="171" idx="1"/>
            <a:endCxn id="141" idx="4"/>
          </p:cNvCxnSpPr>
          <p:nvPr/>
        </p:nvCxnSpPr>
        <p:spPr>
          <a:xfrm rot="10800000">
            <a:off x="1872162" y="923298"/>
            <a:ext cx="150182" cy="88827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Arrow Connector 203">
            <a:extLst>
              <a:ext uri="{FF2B5EF4-FFF2-40B4-BE49-F238E27FC236}">
                <a16:creationId xmlns:a16="http://schemas.microsoft.com/office/drawing/2014/main" id="{5D57C454-C615-4D4F-AFEA-71D8793785C5}"/>
              </a:ext>
            </a:extLst>
          </p:cNvPr>
          <p:cNvCxnSpPr>
            <a:cxnSpLocks/>
            <a:stCxn id="10" idx="2"/>
            <a:endCxn id="243" idx="0"/>
          </p:cNvCxnSpPr>
          <p:nvPr/>
        </p:nvCxnSpPr>
        <p:spPr>
          <a:xfrm>
            <a:off x="1192393" y="2999669"/>
            <a:ext cx="692" cy="2507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05F2716-235D-4502-84DB-C7924FC29140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1792443" y="2829544"/>
            <a:ext cx="212517" cy="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704CB0C-11D7-4F8C-91E8-447BAE33EFCC}"/>
              </a:ext>
            </a:extLst>
          </p:cNvPr>
          <p:cNvGrpSpPr/>
          <p:nvPr/>
        </p:nvGrpSpPr>
        <p:grpSpPr>
          <a:xfrm>
            <a:off x="6646528" y="499377"/>
            <a:ext cx="1013157" cy="246221"/>
            <a:chOff x="3230880" y="2718998"/>
            <a:chExt cx="1014984" cy="342176"/>
          </a:xfrm>
        </p:grpSpPr>
        <p:sp>
          <p:nvSpPr>
            <p:cNvPr id="219" name="Parallelogram 218">
              <a:extLst>
                <a:ext uri="{FF2B5EF4-FFF2-40B4-BE49-F238E27FC236}">
                  <a16:creationId xmlns:a16="http://schemas.microsoft.com/office/drawing/2014/main" id="{7369A4DD-C198-4EF4-8AF4-3C89641D57A9}"/>
                </a:ext>
              </a:extLst>
            </p:cNvPr>
            <p:cNvSpPr/>
            <p:nvPr/>
          </p:nvSpPr>
          <p:spPr>
            <a:xfrm>
              <a:off x="3230880" y="2727408"/>
              <a:ext cx="1014984" cy="307777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B7062309-5728-4094-9527-61393778805C}"/>
                </a:ext>
              </a:extLst>
            </p:cNvPr>
            <p:cNvSpPr txBox="1"/>
            <p:nvPr/>
          </p:nvSpPr>
          <p:spPr>
            <a:xfrm>
              <a:off x="3252216" y="2718998"/>
              <a:ext cx="975360" cy="342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Patient Data</a:t>
              </a:r>
            </a:p>
          </p:txBody>
        </p:sp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4CDD6B62-110B-4318-A240-752773D7F3BF}"/>
              </a:ext>
            </a:extLst>
          </p:cNvPr>
          <p:cNvGrpSpPr/>
          <p:nvPr/>
        </p:nvGrpSpPr>
        <p:grpSpPr>
          <a:xfrm>
            <a:off x="7378811" y="903290"/>
            <a:ext cx="867751" cy="266689"/>
            <a:chOff x="3195984" y="928800"/>
            <a:chExt cx="818232" cy="266689"/>
          </a:xfrm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9264CB8A-54EB-493E-9F75-6CF32998A59F}"/>
                </a:ext>
              </a:extLst>
            </p:cNvPr>
            <p:cNvSpPr/>
            <p:nvPr/>
          </p:nvSpPr>
          <p:spPr>
            <a:xfrm>
              <a:off x="3195984" y="928800"/>
              <a:ext cx="818232" cy="266689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A1D17533-4D18-4323-BBBE-94E74A45F893}"/>
                </a:ext>
              </a:extLst>
            </p:cNvPr>
            <p:cNvSpPr txBox="1"/>
            <p:nvPr/>
          </p:nvSpPr>
          <p:spPr>
            <a:xfrm>
              <a:off x="3195984" y="933407"/>
              <a:ext cx="81823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Encryption</a:t>
              </a:r>
            </a:p>
          </p:txBody>
        </p:sp>
      </p:grpSp>
      <p:sp>
        <p:nvSpPr>
          <p:cNvPr id="226" name="Oval 225">
            <a:extLst>
              <a:ext uri="{FF2B5EF4-FFF2-40B4-BE49-F238E27FC236}">
                <a16:creationId xmlns:a16="http://schemas.microsoft.com/office/drawing/2014/main" id="{79B0686A-7884-4FDE-8A54-EAC7898DA388}"/>
              </a:ext>
            </a:extLst>
          </p:cNvPr>
          <p:cNvSpPr/>
          <p:nvPr/>
        </p:nvSpPr>
        <p:spPr>
          <a:xfrm>
            <a:off x="7081683" y="957434"/>
            <a:ext cx="157812" cy="145940"/>
          </a:xfrm>
          <a:prstGeom prst="ellipse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3CC86787-EF50-43F6-AC57-6BF9B5BF39D8}"/>
              </a:ext>
            </a:extLst>
          </p:cNvPr>
          <p:cNvCxnSpPr>
            <a:stCxn id="220" idx="2"/>
            <a:endCxn id="226" idx="0"/>
          </p:cNvCxnSpPr>
          <p:nvPr/>
        </p:nvCxnSpPr>
        <p:spPr>
          <a:xfrm>
            <a:off x="7154628" y="745598"/>
            <a:ext cx="5961" cy="211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: Elbow 231">
            <a:extLst>
              <a:ext uri="{FF2B5EF4-FFF2-40B4-BE49-F238E27FC236}">
                <a16:creationId xmlns:a16="http://schemas.microsoft.com/office/drawing/2014/main" id="{A1F4B66E-4A6E-4213-A0DA-41376A5305F7}"/>
              </a:ext>
            </a:extLst>
          </p:cNvPr>
          <p:cNvCxnSpPr>
            <a:stCxn id="170" idx="2"/>
            <a:endCxn id="226" idx="4"/>
          </p:cNvCxnSpPr>
          <p:nvPr/>
        </p:nvCxnSpPr>
        <p:spPr>
          <a:xfrm flipV="1">
            <a:off x="3010498" y="1103374"/>
            <a:ext cx="4150091" cy="70187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8CC15A0C-7DFE-4274-99FE-C5FDC67D1619}"/>
              </a:ext>
            </a:extLst>
          </p:cNvPr>
          <p:cNvGrpSpPr/>
          <p:nvPr/>
        </p:nvGrpSpPr>
        <p:grpSpPr>
          <a:xfrm>
            <a:off x="840444" y="3250413"/>
            <a:ext cx="703170" cy="246221"/>
            <a:chOff x="3230880" y="2719003"/>
            <a:chExt cx="1014984" cy="342177"/>
          </a:xfrm>
        </p:grpSpPr>
        <p:sp>
          <p:nvSpPr>
            <p:cNvPr id="242" name="Parallelogram 241">
              <a:extLst>
                <a:ext uri="{FF2B5EF4-FFF2-40B4-BE49-F238E27FC236}">
                  <a16:creationId xmlns:a16="http://schemas.microsoft.com/office/drawing/2014/main" id="{091DF0E4-7E9B-4548-A3DD-C42A14F827D4}"/>
                </a:ext>
              </a:extLst>
            </p:cNvPr>
            <p:cNvSpPr/>
            <p:nvPr/>
          </p:nvSpPr>
          <p:spPr>
            <a:xfrm>
              <a:off x="3230880" y="2727408"/>
              <a:ext cx="1014984" cy="307777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4C744CCC-5653-41FE-AA01-0C303C346D42}"/>
                </a:ext>
              </a:extLst>
            </p:cNvPr>
            <p:cNvSpPr txBox="1"/>
            <p:nvPr/>
          </p:nvSpPr>
          <p:spPr>
            <a:xfrm>
              <a:off x="3252216" y="2719003"/>
              <a:ext cx="975360" cy="3421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Scaler</a:t>
              </a:r>
            </a:p>
          </p:txBody>
        </p:sp>
      </p:grpSp>
      <p:cxnSp>
        <p:nvCxnSpPr>
          <p:cNvPr id="252" name="Straight Arrow Connector 251">
            <a:extLst>
              <a:ext uri="{FF2B5EF4-FFF2-40B4-BE49-F238E27FC236}">
                <a16:creationId xmlns:a16="http://schemas.microsoft.com/office/drawing/2014/main" id="{BDFDB24B-1838-4707-9735-D2B5E745C8C7}"/>
              </a:ext>
            </a:extLst>
          </p:cNvPr>
          <p:cNvCxnSpPr>
            <a:stCxn id="226" idx="6"/>
            <a:endCxn id="223" idx="1"/>
          </p:cNvCxnSpPr>
          <p:nvPr/>
        </p:nvCxnSpPr>
        <p:spPr>
          <a:xfrm>
            <a:off x="7239495" y="1030404"/>
            <a:ext cx="139316" cy="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634581AB-FE38-4EE9-A78F-DCF6C93A5D3F}"/>
              </a:ext>
            </a:extLst>
          </p:cNvPr>
          <p:cNvGrpSpPr/>
          <p:nvPr/>
        </p:nvGrpSpPr>
        <p:grpSpPr>
          <a:xfrm>
            <a:off x="7336966" y="1350082"/>
            <a:ext cx="948850" cy="472172"/>
            <a:chOff x="4340352" y="955718"/>
            <a:chExt cx="1016350" cy="525987"/>
          </a:xfrm>
        </p:grpSpPr>
        <p:sp>
          <p:nvSpPr>
            <p:cNvPr id="254" name="Parallelogram 253">
              <a:extLst>
                <a:ext uri="{FF2B5EF4-FFF2-40B4-BE49-F238E27FC236}">
                  <a16:creationId xmlns:a16="http://schemas.microsoft.com/office/drawing/2014/main" id="{77CDF7E6-4896-476A-B21B-612268C0C62D}"/>
                </a:ext>
              </a:extLst>
            </p:cNvPr>
            <p:cNvSpPr/>
            <p:nvPr/>
          </p:nvSpPr>
          <p:spPr>
            <a:xfrm>
              <a:off x="4340352" y="958485"/>
              <a:ext cx="998064" cy="523220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5EBA9188-F1D9-4128-93FA-95F242FAEA7F}"/>
                </a:ext>
              </a:extLst>
            </p:cNvPr>
            <p:cNvSpPr txBox="1"/>
            <p:nvPr/>
          </p:nvSpPr>
          <p:spPr>
            <a:xfrm>
              <a:off x="4346447" y="955718"/>
              <a:ext cx="1010255" cy="445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Encrypted Data</a:t>
              </a:r>
            </a:p>
          </p:txBody>
        </p:sp>
      </p:grp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172EB1C3-FC15-491E-A2CD-27C182D5D3B8}"/>
              </a:ext>
            </a:extLst>
          </p:cNvPr>
          <p:cNvCxnSpPr>
            <a:stCxn id="92" idx="3"/>
            <a:endCxn id="98" idx="1"/>
          </p:cNvCxnSpPr>
          <p:nvPr/>
        </p:nvCxnSpPr>
        <p:spPr>
          <a:xfrm>
            <a:off x="4703014" y="3394733"/>
            <a:ext cx="180012" cy="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Arrow Connector 258">
            <a:extLst>
              <a:ext uri="{FF2B5EF4-FFF2-40B4-BE49-F238E27FC236}">
                <a16:creationId xmlns:a16="http://schemas.microsoft.com/office/drawing/2014/main" id="{3A7F7031-350E-4975-9BB9-AC2703C2F6D1}"/>
              </a:ext>
            </a:extLst>
          </p:cNvPr>
          <p:cNvCxnSpPr>
            <a:stCxn id="222" idx="2"/>
            <a:endCxn id="255" idx="0"/>
          </p:cNvCxnSpPr>
          <p:nvPr/>
        </p:nvCxnSpPr>
        <p:spPr>
          <a:xfrm>
            <a:off x="7812687" y="1169979"/>
            <a:ext cx="1549" cy="1801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9513633A-D7E0-4486-9A65-96138280BCAA}"/>
              </a:ext>
            </a:extLst>
          </p:cNvPr>
          <p:cNvGrpSpPr/>
          <p:nvPr/>
        </p:nvGrpSpPr>
        <p:grpSpPr>
          <a:xfrm>
            <a:off x="6458679" y="2043720"/>
            <a:ext cx="1092035" cy="261403"/>
            <a:chOff x="1659792" y="2603376"/>
            <a:chExt cx="1241904" cy="365760"/>
          </a:xfrm>
        </p:grpSpPr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4FD1FE3F-918F-41F7-B41A-D9423851A848}"/>
                </a:ext>
              </a:extLst>
            </p:cNvPr>
            <p:cNvSpPr/>
            <p:nvPr/>
          </p:nvSpPr>
          <p:spPr>
            <a:xfrm>
              <a:off x="1659792" y="2603376"/>
              <a:ext cx="1241904" cy="365760"/>
            </a:xfrm>
            <a:prstGeom prst="rect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89D3A02C-E41A-487D-B0E3-B444E65E05A0}"/>
                </a:ext>
              </a:extLst>
            </p:cNvPr>
            <p:cNvSpPr txBox="1"/>
            <p:nvPr/>
          </p:nvSpPr>
          <p:spPr>
            <a:xfrm>
              <a:off x="1659792" y="2607983"/>
              <a:ext cx="12419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Preprocessing</a:t>
              </a:r>
            </a:p>
          </p:txBody>
        </p:sp>
      </p:grpSp>
      <p:sp>
        <p:nvSpPr>
          <p:cNvPr id="272" name="Oval 271">
            <a:extLst>
              <a:ext uri="{FF2B5EF4-FFF2-40B4-BE49-F238E27FC236}">
                <a16:creationId xmlns:a16="http://schemas.microsoft.com/office/drawing/2014/main" id="{BF7673B1-CAF6-43E2-A864-935179869515}"/>
              </a:ext>
            </a:extLst>
          </p:cNvPr>
          <p:cNvSpPr/>
          <p:nvPr/>
        </p:nvSpPr>
        <p:spPr>
          <a:xfrm>
            <a:off x="7732191" y="2068569"/>
            <a:ext cx="157812" cy="145940"/>
          </a:xfrm>
          <a:prstGeom prst="ellipse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64F190A4-3B20-4AD4-BC39-B58B0F49E415}"/>
              </a:ext>
            </a:extLst>
          </p:cNvPr>
          <p:cNvCxnSpPr>
            <a:cxnSpLocks/>
            <a:stCxn id="272" idx="2"/>
            <a:endCxn id="266" idx="3"/>
          </p:cNvCxnSpPr>
          <p:nvPr/>
        </p:nvCxnSpPr>
        <p:spPr>
          <a:xfrm flipH="1" flipV="1">
            <a:off x="7550714" y="2134998"/>
            <a:ext cx="181477" cy="6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EF4DEF0C-3170-4ED5-BE01-1669A73FB141}"/>
              </a:ext>
            </a:extLst>
          </p:cNvPr>
          <p:cNvSpPr/>
          <p:nvPr/>
        </p:nvSpPr>
        <p:spPr>
          <a:xfrm>
            <a:off x="6929399" y="2593044"/>
            <a:ext cx="157812" cy="145940"/>
          </a:xfrm>
          <a:prstGeom prst="ellipse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C54E436E-6B41-4469-9E6A-BDBE51054863}"/>
              </a:ext>
            </a:extLst>
          </p:cNvPr>
          <p:cNvCxnSpPr>
            <a:stCxn id="265" idx="2"/>
            <a:endCxn id="302" idx="0"/>
          </p:cNvCxnSpPr>
          <p:nvPr/>
        </p:nvCxnSpPr>
        <p:spPr>
          <a:xfrm>
            <a:off x="7004697" y="2305123"/>
            <a:ext cx="3608" cy="287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1226EE69-8074-4BE0-84A8-20E0B67C3B94}"/>
              </a:ext>
            </a:extLst>
          </p:cNvPr>
          <p:cNvCxnSpPr>
            <a:stCxn id="104" idx="3"/>
            <a:endCxn id="302" idx="2"/>
          </p:cNvCxnSpPr>
          <p:nvPr/>
        </p:nvCxnSpPr>
        <p:spPr>
          <a:xfrm flipV="1">
            <a:off x="5812553" y="2666014"/>
            <a:ext cx="1116846" cy="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A5A30F68-A39A-46C9-AEEF-46CDE2E49058}"/>
              </a:ext>
            </a:extLst>
          </p:cNvPr>
          <p:cNvGrpSpPr/>
          <p:nvPr/>
        </p:nvGrpSpPr>
        <p:grpSpPr>
          <a:xfrm>
            <a:off x="6545399" y="2956340"/>
            <a:ext cx="924911" cy="472172"/>
            <a:chOff x="4340352" y="955718"/>
            <a:chExt cx="1016350" cy="525987"/>
          </a:xfrm>
        </p:grpSpPr>
        <p:sp>
          <p:nvSpPr>
            <p:cNvPr id="330" name="Parallelogram 329">
              <a:extLst>
                <a:ext uri="{FF2B5EF4-FFF2-40B4-BE49-F238E27FC236}">
                  <a16:creationId xmlns:a16="http://schemas.microsoft.com/office/drawing/2014/main" id="{1CAB0D3C-F3A5-4E32-BF4A-A22EBEA53CE5}"/>
                </a:ext>
              </a:extLst>
            </p:cNvPr>
            <p:cNvSpPr/>
            <p:nvPr/>
          </p:nvSpPr>
          <p:spPr>
            <a:xfrm>
              <a:off x="4340352" y="958485"/>
              <a:ext cx="998064" cy="523220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79E4DF82-44E2-4FAF-A72F-F8648D8EE2C7}"/>
                </a:ext>
              </a:extLst>
            </p:cNvPr>
            <p:cNvSpPr txBox="1"/>
            <p:nvPr/>
          </p:nvSpPr>
          <p:spPr>
            <a:xfrm>
              <a:off x="4346447" y="955718"/>
              <a:ext cx="1010255" cy="445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Predicted Output</a:t>
              </a:r>
            </a:p>
          </p:txBody>
        </p:sp>
      </p:grp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845CFE22-DCE1-4137-B478-A633609825F1}"/>
              </a:ext>
            </a:extLst>
          </p:cNvPr>
          <p:cNvCxnSpPr>
            <a:cxnSpLocks/>
            <a:stCxn id="302" idx="4"/>
            <a:endCxn id="331" idx="0"/>
          </p:cNvCxnSpPr>
          <p:nvPr/>
        </p:nvCxnSpPr>
        <p:spPr>
          <a:xfrm>
            <a:off x="7008305" y="2738984"/>
            <a:ext cx="2323" cy="217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BCF8B7AE-FC92-465D-85EC-B5DA97332B07}"/>
              </a:ext>
            </a:extLst>
          </p:cNvPr>
          <p:cNvGrpSpPr/>
          <p:nvPr/>
        </p:nvGrpSpPr>
        <p:grpSpPr>
          <a:xfrm>
            <a:off x="1844471" y="985995"/>
            <a:ext cx="386490" cy="246221"/>
            <a:chOff x="945142" y="761367"/>
            <a:chExt cx="386490" cy="246221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CF77FA43-06E5-48E2-B3C2-D0B23951DAB6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E43B2025-54E3-49DF-8A17-576FC01CEDF1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</p:grp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7B793CCB-88C0-492C-B766-DF10BDEAD06B}"/>
              </a:ext>
            </a:extLst>
          </p:cNvPr>
          <p:cNvGrpSpPr/>
          <p:nvPr/>
        </p:nvGrpSpPr>
        <p:grpSpPr>
          <a:xfrm>
            <a:off x="1865621" y="1581505"/>
            <a:ext cx="386490" cy="246221"/>
            <a:chOff x="945142" y="761367"/>
            <a:chExt cx="386490" cy="246221"/>
          </a:xfrm>
        </p:grpSpPr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F301841-090B-4A3C-A724-B8DC4A649284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13AFDAF6-4927-490B-9D7F-A07F230C800C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68EEBF54-DAD1-4241-80E7-B3B479DDFEF4}"/>
              </a:ext>
            </a:extLst>
          </p:cNvPr>
          <p:cNvGrpSpPr/>
          <p:nvPr/>
        </p:nvGrpSpPr>
        <p:grpSpPr>
          <a:xfrm>
            <a:off x="556342" y="617367"/>
            <a:ext cx="386490" cy="246221"/>
            <a:chOff x="945142" y="761367"/>
            <a:chExt cx="386490" cy="246221"/>
          </a:xfrm>
        </p:grpSpPr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48334D97-42E7-4C14-8602-30D438A8BB38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E9746095-625C-415A-BFC8-00672BE54155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573E5A1E-1486-4ED4-B530-A6B964136F35}"/>
              </a:ext>
            </a:extLst>
          </p:cNvPr>
          <p:cNvGrpSpPr/>
          <p:nvPr/>
        </p:nvGrpSpPr>
        <p:grpSpPr>
          <a:xfrm>
            <a:off x="657142" y="1200567"/>
            <a:ext cx="386490" cy="246221"/>
            <a:chOff x="945142" y="761367"/>
            <a:chExt cx="386490" cy="246221"/>
          </a:xfrm>
        </p:grpSpPr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C6EB88A8-256E-4C6C-996B-7DAD2941993A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663C582F-42A2-4606-8CC6-F2D87D246C93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</a:p>
          </p:txBody>
        </p:sp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CAD63FFD-EF15-4944-A587-95DED4631188}"/>
              </a:ext>
            </a:extLst>
          </p:cNvPr>
          <p:cNvGrpSpPr/>
          <p:nvPr/>
        </p:nvGrpSpPr>
        <p:grpSpPr>
          <a:xfrm>
            <a:off x="374400" y="2635200"/>
            <a:ext cx="410032" cy="244388"/>
            <a:chOff x="921600" y="763200"/>
            <a:chExt cx="410032" cy="244388"/>
          </a:xfrm>
        </p:grpSpPr>
        <p:sp>
          <p:nvSpPr>
            <p:cNvPr id="367" name="Oval 366">
              <a:extLst>
                <a:ext uri="{FF2B5EF4-FFF2-40B4-BE49-F238E27FC236}">
                  <a16:creationId xmlns:a16="http://schemas.microsoft.com/office/drawing/2014/main" id="{16270CDD-4C19-420E-B44D-2082877E7A26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F1A87BB6-78CB-4750-B6B1-86ED49F30D19}"/>
                </a:ext>
              </a:extLst>
            </p:cNvPr>
            <p:cNvSpPr txBox="1"/>
            <p:nvPr/>
          </p:nvSpPr>
          <p:spPr>
            <a:xfrm>
              <a:off x="921600" y="763200"/>
              <a:ext cx="410032" cy="244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</a:p>
          </p:txBody>
        </p:sp>
      </p:grpSp>
      <p:grpSp>
        <p:nvGrpSpPr>
          <p:cNvPr id="369" name="Group 368">
            <a:extLst>
              <a:ext uri="{FF2B5EF4-FFF2-40B4-BE49-F238E27FC236}">
                <a16:creationId xmlns:a16="http://schemas.microsoft.com/office/drawing/2014/main" id="{E298E909-FD16-4BB6-B12D-A4765A5C7D2A}"/>
              </a:ext>
            </a:extLst>
          </p:cNvPr>
          <p:cNvGrpSpPr/>
          <p:nvPr/>
        </p:nvGrpSpPr>
        <p:grpSpPr>
          <a:xfrm>
            <a:off x="714565" y="3130751"/>
            <a:ext cx="386490" cy="246221"/>
            <a:chOff x="945142" y="761367"/>
            <a:chExt cx="386490" cy="246221"/>
          </a:xfrm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27DDC2A2-F6D4-4E29-9D05-12391B613E72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1CC17C26-E19A-4C45-8A92-5E8B508D6FB1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</a:p>
          </p:txBody>
        </p: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BF55187C-E61E-4A82-94D6-3373FE2FB7B0}"/>
              </a:ext>
            </a:extLst>
          </p:cNvPr>
          <p:cNvGrpSpPr/>
          <p:nvPr/>
        </p:nvGrpSpPr>
        <p:grpSpPr>
          <a:xfrm>
            <a:off x="1837942" y="2525367"/>
            <a:ext cx="386490" cy="246221"/>
            <a:chOff x="945142" y="761367"/>
            <a:chExt cx="386490" cy="246221"/>
          </a:xfrm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35914C20-29D2-4D27-994C-AFC3B08EE3C5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TextBox 373">
              <a:extLst>
                <a:ext uri="{FF2B5EF4-FFF2-40B4-BE49-F238E27FC236}">
                  <a16:creationId xmlns:a16="http://schemas.microsoft.com/office/drawing/2014/main" id="{E453E8F5-2279-46EE-9181-6605D639E3CE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C07AD86E-3ECE-41AE-BFC3-063C352892D9}"/>
              </a:ext>
            </a:extLst>
          </p:cNvPr>
          <p:cNvGrpSpPr/>
          <p:nvPr/>
        </p:nvGrpSpPr>
        <p:grpSpPr>
          <a:xfrm>
            <a:off x="1830742" y="2107767"/>
            <a:ext cx="386490" cy="246221"/>
            <a:chOff x="945142" y="761367"/>
            <a:chExt cx="386490" cy="246221"/>
          </a:xfrm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A761050D-45E5-43FA-9963-4DD35EAD6102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7" name="TextBox 376">
              <a:extLst>
                <a:ext uri="{FF2B5EF4-FFF2-40B4-BE49-F238E27FC236}">
                  <a16:creationId xmlns:a16="http://schemas.microsoft.com/office/drawing/2014/main" id="{02C9400A-F79B-4919-90D3-0CB3780EC377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</p:grpSp>
      <p:grpSp>
        <p:nvGrpSpPr>
          <p:cNvPr id="378" name="Group 377">
            <a:extLst>
              <a:ext uri="{FF2B5EF4-FFF2-40B4-BE49-F238E27FC236}">
                <a16:creationId xmlns:a16="http://schemas.microsoft.com/office/drawing/2014/main" id="{088E4D7A-F745-42FC-96B5-81319A509EB0}"/>
              </a:ext>
            </a:extLst>
          </p:cNvPr>
          <p:cNvGrpSpPr/>
          <p:nvPr/>
        </p:nvGrpSpPr>
        <p:grpSpPr>
          <a:xfrm>
            <a:off x="1903942" y="3145767"/>
            <a:ext cx="386490" cy="246221"/>
            <a:chOff x="945142" y="761367"/>
            <a:chExt cx="386490" cy="246221"/>
          </a:xfrm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A6C9EC56-235E-4BB8-A34B-2E925003DFAA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751863A0-E8B6-44EA-B060-38282AB7BEBB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</p:grp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BCBCC1FE-B299-4A9E-95C5-9625B19799C5}"/>
              </a:ext>
            </a:extLst>
          </p:cNvPr>
          <p:cNvGrpSpPr/>
          <p:nvPr/>
        </p:nvGrpSpPr>
        <p:grpSpPr>
          <a:xfrm>
            <a:off x="2955142" y="2548167"/>
            <a:ext cx="386490" cy="246221"/>
            <a:chOff x="945142" y="761367"/>
            <a:chExt cx="386490" cy="246221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765CF694-B153-478A-949D-C7D9131A5909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704C33A9-7B58-48B9-B909-53E6236195C8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</a:p>
          </p:txBody>
        </p:sp>
      </p:grp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0E8C6D29-A40C-4546-86AB-CE224DFE19F5}"/>
              </a:ext>
            </a:extLst>
          </p:cNvPr>
          <p:cNvGrpSpPr/>
          <p:nvPr/>
        </p:nvGrpSpPr>
        <p:grpSpPr>
          <a:xfrm>
            <a:off x="2940742" y="2108967"/>
            <a:ext cx="386490" cy="246221"/>
            <a:chOff x="945142" y="761367"/>
            <a:chExt cx="386490" cy="246221"/>
          </a:xfrm>
        </p:grpSpPr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CC30CA19-1AFA-4D66-AF46-C2A33B6A4A34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E372D3-88D3-428C-89D1-A46B7ADA0E97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</p:txBody>
        </p:sp>
      </p:grp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6ABCA888-ED0D-40E9-8157-A23A33AF7355}"/>
              </a:ext>
            </a:extLst>
          </p:cNvPr>
          <p:cNvGrpSpPr/>
          <p:nvPr/>
        </p:nvGrpSpPr>
        <p:grpSpPr>
          <a:xfrm>
            <a:off x="3919942" y="2476167"/>
            <a:ext cx="386490" cy="246221"/>
            <a:chOff x="945142" y="761367"/>
            <a:chExt cx="386490" cy="246221"/>
          </a:xfrm>
        </p:grpSpPr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D4D147CA-1558-4E5B-A5F6-A71F5F61F644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26A63BF5-2955-4B67-B858-33D6AB70A721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</a:p>
          </p:txBody>
        </p:sp>
      </p:grp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C0A12D39-D156-4466-A90E-AB399C80E560}"/>
              </a:ext>
            </a:extLst>
          </p:cNvPr>
          <p:cNvGrpSpPr/>
          <p:nvPr/>
        </p:nvGrpSpPr>
        <p:grpSpPr>
          <a:xfrm>
            <a:off x="3775942" y="3138567"/>
            <a:ext cx="386490" cy="246221"/>
            <a:chOff x="945142" y="761367"/>
            <a:chExt cx="386490" cy="246221"/>
          </a:xfrm>
        </p:grpSpPr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28F90548-225E-4102-9F14-E202EA5C47EA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TextBox 391">
              <a:extLst>
                <a:ext uri="{FF2B5EF4-FFF2-40B4-BE49-F238E27FC236}">
                  <a16:creationId xmlns:a16="http://schemas.microsoft.com/office/drawing/2014/main" id="{1C986F53-45A2-4D2D-AC75-0C293EC8C8BE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</a:p>
          </p:txBody>
        </p: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5CAB37AD-4832-4D22-AD4E-DC8AAB89F682}"/>
              </a:ext>
            </a:extLst>
          </p:cNvPr>
          <p:cNvGrpSpPr/>
          <p:nvPr/>
        </p:nvGrpSpPr>
        <p:grpSpPr>
          <a:xfrm>
            <a:off x="5028742" y="2958567"/>
            <a:ext cx="386490" cy="246221"/>
            <a:chOff x="945142" y="761367"/>
            <a:chExt cx="386490" cy="246221"/>
          </a:xfrm>
        </p:grpSpPr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C00911ED-8651-4EB5-A9A5-6CA8FDD7B58E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TextBox 396">
              <a:extLst>
                <a:ext uri="{FF2B5EF4-FFF2-40B4-BE49-F238E27FC236}">
                  <a16:creationId xmlns:a16="http://schemas.microsoft.com/office/drawing/2014/main" id="{3AD3F787-0DD1-4244-B97E-4F52DC94EBC7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4F5311A9-F8A4-4C31-B55B-70D9F502D984}"/>
              </a:ext>
            </a:extLst>
          </p:cNvPr>
          <p:cNvGrpSpPr/>
          <p:nvPr/>
        </p:nvGrpSpPr>
        <p:grpSpPr>
          <a:xfrm>
            <a:off x="4762342" y="2425767"/>
            <a:ext cx="386490" cy="246221"/>
            <a:chOff x="945142" y="761367"/>
            <a:chExt cx="386490" cy="246221"/>
          </a:xfrm>
        </p:grpSpPr>
        <p:sp>
          <p:nvSpPr>
            <p:cNvPr id="399" name="Oval 398">
              <a:extLst>
                <a:ext uri="{FF2B5EF4-FFF2-40B4-BE49-F238E27FC236}">
                  <a16:creationId xmlns:a16="http://schemas.microsoft.com/office/drawing/2014/main" id="{147D8B3B-83AA-4E89-8581-8A751DBF5624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2D14115F-FCE9-4A83-AA3B-5EC03817DBF7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16</a:t>
              </a:r>
            </a:p>
          </p:txBody>
        </p:sp>
      </p:grp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274D90F0-1C8D-48B3-80E5-676CCDF0092A}"/>
              </a:ext>
            </a:extLst>
          </p:cNvPr>
          <p:cNvGrpSpPr/>
          <p:nvPr/>
        </p:nvGrpSpPr>
        <p:grpSpPr>
          <a:xfrm>
            <a:off x="6512602" y="367767"/>
            <a:ext cx="386490" cy="246221"/>
            <a:chOff x="945142" y="761367"/>
            <a:chExt cx="386490" cy="246221"/>
          </a:xfrm>
        </p:grpSpPr>
        <p:sp>
          <p:nvSpPr>
            <p:cNvPr id="422" name="Oval 421">
              <a:extLst>
                <a:ext uri="{FF2B5EF4-FFF2-40B4-BE49-F238E27FC236}">
                  <a16:creationId xmlns:a16="http://schemas.microsoft.com/office/drawing/2014/main" id="{D8130B7A-4B4E-44CE-B5F1-E80877CAEF82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xtBox 422">
              <a:extLst>
                <a:ext uri="{FF2B5EF4-FFF2-40B4-BE49-F238E27FC236}">
                  <a16:creationId xmlns:a16="http://schemas.microsoft.com/office/drawing/2014/main" id="{0F5D1277-6A85-4263-87AD-3BF52415C766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17</a:t>
              </a: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0F13422A-0682-431C-8BF0-5523A3E628F0}"/>
              </a:ext>
            </a:extLst>
          </p:cNvPr>
          <p:cNvGrpSpPr/>
          <p:nvPr/>
        </p:nvGrpSpPr>
        <p:grpSpPr>
          <a:xfrm>
            <a:off x="7197802" y="772167"/>
            <a:ext cx="386490" cy="246221"/>
            <a:chOff x="945142" y="761367"/>
            <a:chExt cx="386490" cy="246221"/>
          </a:xfrm>
        </p:grpSpPr>
        <p:sp>
          <p:nvSpPr>
            <p:cNvPr id="439" name="Oval 438">
              <a:extLst>
                <a:ext uri="{FF2B5EF4-FFF2-40B4-BE49-F238E27FC236}">
                  <a16:creationId xmlns:a16="http://schemas.microsoft.com/office/drawing/2014/main" id="{24334CF6-AE4F-4F67-959C-1830F5F00F8F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TextBox 439">
              <a:extLst>
                <a:ext uri="{FF2B5EF4-FFF2-40B4-BE49-F238E27FC236}">
                  <a16:creationId xmlns:a16="http://schemas.microsoft.com/office/drawing/2014/main" id="{6C3A1242-8908-4651-A838-E3313F44D96F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18</a:t>
              </a:r>
            </a:p>
          </p:txBody>
        </p:sp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FBB1F97C-A637-417A-AE2C-AA388230A525}"/>
              </a:ext>
            </a:extLst>
          </p:cNvPr>
          <p:cNvGrpSpPr/>
          <p:nvPr/>
        </p:nvGrpSpPr>
        <p:grpSpPr>
          <a:xfrm>
            <a:off x="7263802" y="1248567"/>
            <a:ext cx="386490" cy="246221"/>
            <a:chOff x="945142" y="761367"/>
            <a:chExt cx="386490" cy="246221"/>
          </a:xfrm>
        </p:grpSpPr>
        <p:sp>
          <p:nvSpPr>
            <p:cNvPr id="443" name="Oval 442">
              <a:extLst>
                <a:ext uri="{FF2B5EF4-FFF2-40B4-BE49-F238E27FC236}">
                  <a16:creationId xmlns:a16="http://schemas.microsoft.com/office/drawing/2014/main" id="{AD193CCF-58AD-45F2-BF35-E35EF544F00F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TextBox 443">
              <a:extLst>
                <a:ext uri="{FF2B5EF4-FFF2-40B4-BE49-F238E27FC236}">
                  <a16:creationId xmlns:a16="http://schemas.microsoft.com/office/drawing/2014/main" id="{C4B6DBE0-5D5A-48C6-A3B5-0A88CA4DEBC3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</a:t>
              </a:r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33461F0D-FDA6-4461-B651-81A78B1AB4ED}"/>
              </a:ext>
            </a:extLst>
          </p:cNvPr>
          <p:cNvGrpSpPr/>
          <p:nvPr/>
        </p:nvGrpSpPr>
        <p:grpSpPr>
          <a:xfrm>
            <a:off x="6263002" y="1925367"/>
            <a:ext cx="386490" cy="246221"/>
            <a:chOff x="945142" y="761367"/>
            <a:chExt cx="386490" cy="246221"/>
          </a:xfrm>
        </p:grpSpPr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7B6DCFDF-A0ED-409D-8CF3-390344B2292E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TextBox 454">
              <a:extLst>
                <a:ext uri="{FF2B5EF4-FFF2-40B4-BE49-F238E27FC236}">
                  <a16:creationId xmlns:a16="http://schemas.microsoft.com/office/drawing/2014/main" id="{93D4F23B-2BAF-4C73-A012-F1AF49F6FBB6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</a:t>
              </a:r>
            </a:p>
          </p:txBody>
        </p: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8E60A04F-A458-423A-A3BE-178735AD281C}"/>
              </a:ext>
            </a:extLst>
          </p:cNvPr>
          <p:cNvGrpSpPr/>
          <p:nvPr/>
        </p:nvGrpSpPr>
        <p:grpSpPr>
          <a:xfrm>
            <a:off x="6471802" y="2839767"/>
            <a:ext cx="386490" cy="246221"/>
            <a:chOff x="945142" y="761367"/>
            <a:chExt cx="386490" cy="246221"/>
          </a:xfrm>
        </p:grpSpPr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8E33F1B7-1745-480E-BA97-152C5E6D7CBB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TextBox 457">
              <a:extLst>
                <a:ext uri="{FF2B5EF4-FFF2-40B4-BE49-F238E27FC236}">
                  <a16:creationId xmlns:a16="http://schemas.microsoft.com/office/drawing/2014/main" id="{8B7954DD-105E-4950-9B44-88AE4A195626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21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B19375F-1624-4761-8BCD-2560F4DCA339}"/>
              </a:ext>
            </a:extLst>
          </p:cNvPr>
          <p:cNvSpPr/>
          <p:nvPr/>
        </p:nvSpPr>
        <p:spPr>
          <a:xfrm>
            <a:off x="496800" y="363373"/>
            <a:ext cx="2667234" cy="1619403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B2D2E779-FC53-4FE2-8751-6D2736D16EE1}"/>
              </a:ext>
            </a:extLst>
          </p:cNvPr>
          <p:cNvSpPr/>
          <p:nvPr/>
        </p:nvSpPr>
        <p:spPr>
          <a:xfrm>
            <a:off x="444737" y="2103599"/>
            <a:ext cx="5531950" cy="1806124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B2A6884-69E7-4685-91FA-B2D64226E636}"/>
              </a:ext>
            </a:extLst>
          </p:cNvPr>
          <p:cNvCxnSpPr>
            <a:stCxn id="254" idx="4"/>
            <a:endCxn id="272" idx="0"/>
          </p:cNvCxnSpPr>
          <p:nvPr/>
        </p:nvCxnSpPr>
        <p:spPr>
          <a:xfrm>
            <a:off x="7802855" y="1822254"/>
            <a:ext cx="8242" cy="246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5F992D7-52E1-498E-ABF8-5E4A7E071EB7}"/>
              </a:ext>
            </a:extLst>
          </p:cNvPr>
          <p:cNvCxnSpPr>
            <a:cxnSpLocks/>
            <a:stCxn id="243" idx="2"/>
            <a:endCxn id="272" idx="4"/>
          </p:cNvCxnSpPr>
          <p:nvPr/>
        </p:nvCxnSpPr>
        <p:spPr>
          <a:xfrm rot="5400000" flipH="1" flipV="1">
            <a:off x="3861028" y="-453434"/>
            <a:ext cx="1282125" cy="6618012"/>
          </a:xfrm>
          <a:prstGeom prst="bentConnector3">
            <a:avLst>
              <a:gd name="adj1" fmla="val -2793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B635D91C-9009-4770-B7B7-B14F6E325D74}"/>
              </a:ext>
            </a:extLst>
          </p:cNvPr>
          <p:cNvSpPr/>
          <p:nvPr/>
        </p:nvSpPr>
        <p:spPr>
          <a:xfrm>
            <a:off x="6060306" y="304800"/>
            <a:ext cx="2283557" cy="3208745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9E454993-7B5C-4513-9D6D-B91ABEA820FE}"/>
              </a:ext>
            </a:extLst>
          </p:cNvPr>
          <p:cNvGrpSpPr/>
          <p:nvPr/>
        </p:nvGrpSpPr>
        <p:grpSpPr>
          <a:xfrm>
            <a:off x="493446" y="362306"/>
            <a:ext cx="497777" cy="262329"/>
            <a:chOff x="1465446" y="383906"/>
            <a:chExt cx="497777" cy="262329"/>
          </a:xfrm>
        </p:grpSpPr>
        <p:sp>
          <p:nvSpPr>
            <p:cNvPr id="62" name="Rectangle: Single Corner Snipped 61">
              <a:extLst>
                <a:ext uri="{FF2B5EF4-FFF2-40B4-BE49-F238E27FC236}">
                  <a16:creationId xmlns:a16="http://schemas.microsoft.com/office/drawing/2014/main" id="{7A3FECD5-4D1B-484F-A879-71D0FFC81475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59105FE-9701-4C1A-B382-C7AC8924A097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SD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854D3822-A7F8-4771-BD00-C0EB764C8B04}"/>
              </a:ext>
            </a:extLst>
          </p:cNvPr>
          <p:cNvGrpSpPr/>
          <p:nvPr/>
        </p:nvGrpSpPr>
        <p:grpSpPr>
          <a:xfrm>
            <a:off x="444736" y="2099387"/>
            <a:ext cx="497777" cy="262329"/>
            <a:chOff x="1465446" y="383906"/>
            <a:chExt cx="497777" cy="262329"/>
          </a:xfrm>
        </p:grpSpPr>
        <p:sp>
          <p:nvSpPr>
            <p:cNvPr id="207" name="Rectangle: Single Corner Snipped 206">
              <a:extLst>
                <a:ext uri="{FF2B5EF4-FFF2-40B4-BE49-F238E27FC236}">
                  <a16:creationId xmlns:a16="http://schemas.microsoft.com/office/drawing/2014/main" id="{C15AB2BF-ED67-49BE-8B46-866852A4E4CA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4E4F56E3-D323-4452-B48F-22FBEC1FC9AE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SP</a:t>
              </a:r>
            </a:p>
          </p:txBody>
        </p:sp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3CFE6CA2-C441-4A80-B65A-6543EB5143AC}"/>
              </a:ext>
            </a:extLst>
          </p:cNvPr>
          <p:cNvGrpSpPr/>
          <p:nvPr/>
        </p:nvGrpSpPr>
        <p:grpSpPr>
          <a:xfrm>
            <a:off x="6063697" y="301649"/>
            <a:ext cx="497777" cy="262329"/>
            <a:chOff x="1465446" y="383906"/>
            <a:chExt cx="497777" cy="262329"/>
          </a:xfrm>
        </p:grpSpPr>
        <p:sp>
          <p:nvSpPr>
            <p:cNvPr id="211" name="Rectangle: Single Corner Snipped 210">
              <a:extLst>
                <a:ext uri="{FF2B5EF4-FFF2-40B4-BE49-F238E27FC236}">
                  <a16:creationId xmlns:a16="http://schemas.microsoft.com/office/drawing/2014/main" id="{8AF12A05-F1B9-401F-8EB3-BA8E25038BCD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7FD3A30E-14BE-46E2-9305-0BA5F506273A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SYS</a:t>
              </a:r>
            </a:p>
          </p:txBody>
        </p:sp>
      </p:grpSp>
      <p:cxnSp>
        <p:nvCxnSpPr>
          <p:cNvPr id="460" name="Straight Arrow Connector 459">
            <a:extLst>
              <a:ext uri="{FF2B5EF4-FFF2-40B4-BE49-F238E27FC236}">
                <a16:creationId xmlns:a16="http://schemas.microsoft.com/office/drawing/2014/main" id="{02BD57AD-2497-4CBB-8D6C-84536A74B52E}"/>
              </a:ext>
            </a:extLst>
          </p:cNvPr>
          <p:cNvCxnSpPr>
            <a:stCxn id="34" idx="4"/>
            <a:endCxn id="11" idx="0"/>
          </p:cNvCxnSpPr>
          <p:nvPr/>
        </p:nvCxnSpPr>
        <p:spPr>
          <a:xfrm>
            <a:off x="1182771" y="1808092"/>
            <a:ext cx="9622" cy="93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1AF339A0-4359-4D36-A7D6-60B39AC43472}"/>
              </a:ext>
            </a:extLst>
          </p:cNvPr>
          <p:cNvGrpSpPr/>
          <p:nvPr/>
        </p:nvGrpSpPr>
        <p:grpSpPr>
          <a:xfrm>
            <a:off x="4909193" y="295772"/>
            <a:ext cx="812616" cy="374132"/>
            <a:chOff x="1036800" y="928800"/>
            <a:chExt cx="763201" cy="483456"/>
          </a:xfrm>
        </p:grpSpPr>
        <p:sp>
          <p:nvSpPr>
            <p:cNvPr id="225" name="Cylinder 224">
              <a:extLst>
                <a:ext uri="{FF2B5EF4-FFF2-40B4-BE49-F238E27FC236}">
                  <a16:creationId xmlns:a16="http://schemas.microsoft.com/office/drawing/2014/main" id="{127D9747-9D4D-40FD-8B6F-1A62D8FE5ED1}"/>
                </a:ext>
              </a:extLst>
            </p:cNvPr>
            <p:cNvSpPr/>
            <p:nvPr/>
          </p:nvSpPr>
          <p:spPr>
            <a:xfrm>
              <a:off x="1036800" y="928800"/>
              <a:ext cx="763200" cy="483456"/>
            </a:xfrm>
            <a:prstGeom prst="can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F10CBB49-C022-4584-823B-365F6C32953D}"/>
                </a:ext>
              </a:extLst>
            </p:cNvPr>
            <p:cNvSpPr txBox="1"/>
            <p:nvPr/>
          </p:nvSpPr>
          <p:spPr>
            <a:xfrm>
              <a:off x="1036801" y="1051247"/>
              <a:ext cx="763200" cy="3181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Dataset 1</a:t>
              </a:r>
            </a:p>
          </p:txBody>
        </p: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0C07373A-BCC8-418C-95CC-871AD5E0A3EE}"/>
              </a:ext>
            </a:extLst>
          </p:cNvPr>
          <p:cNvGrpSpPr/>
          <p:nvPr/>
        </p:nvGrpSpPr>
        <p:grpSpPr>
          <a:xfrm>
            <a:off x="4909192" y="966748"/>
            <a:ext cx="812616" cy="374132"/>
            <a:chOff x="1036800" y="928800"/>
            <a:chExt cx="763201" cy="483456"/>
          </a:xfrm>
        </p:grpSpPr>
        <p:sp>
          <p:nvSpPr>
            <p:cNvPr id="230" name="Cylinder 229">
              <a:extLst>
                <a:ext uri="{FF2B5EF4-FFF2-40B4-BE49-F238E27FC236}">
                  <a16:creationId xmlns:a16="http://schemas.microsoft.com/office/drawing/2014/main" id="{B576A957-17D3-467E-89AE-1687344EFE68}"/>
                </a:ext>
              </a:extLst>
            </p:cNvPr>
            <p:cNvSpPr/>
            <p:nvPr/>
          </p:nvSpPr>
          <p:spPr>
            <a:xfrm>
              <a:off x="1036800" y="928800"/>
              <a:ext cx="763200" cy="483456"/>
            </a:xfrm>
            <a:prstGeom prst="can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6E1894DD-09C6-470A-A676-7AFA3D9A337A}"/>
                </a:ext>
              </a:extLst>
            </p:cNvPr>
            <p:cNvSpPr txBox="1"/>
            <p:nvPr/>
          </p:nvSpPr>
          <p:spPr>
            <a:xfrm>
              <a:off x="1036801" y="1051247"/>
              <a:ext cx="763200" cy="3181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Dataset N</a:t>
              </a:r>
            </a:p>
          </p:txBody>
        </p:sp>
      </p:grpSp>
      <p:cxnSp>
        <p:nvCxnSpPr>
          <p:cNvPr id="463" name="Straight Connector 462">
            <a:extLst>
              <a:ext uri="{FF2B5EF4-FFF2-40B4-BE49-F238E27FC236}">
                <a16:creationId xmlns:a16="http://schemas.microsoft.com/office/drawing/2014/main" id="{1675EB5C-86C9-4262-BB3E-9708B288EB61}"/>
              </a:ext>
            </a:extLst>
          </p:cNvPr>
          <p:cNvCxnSpPr>
            <a:stCxn id="225" idx="3"/>
            <a:endCxn id="230" idx="1"/>
          </p:cNvCxnSpPr>
          <p:nvPr/>
        </p:nvCxnSpPr>
        <p:spPr>
          <a:xfrm flipH="1">
            <a:off x="5315500" y="669904"/>
            <a:ext cx="1" cy="296844"/>
          </a:xfrm>
          <a:prstGeom prst="line">
            <a:avLst/>
          </a:prstGeom>
          <a:ln w="127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5B58CE35-A3AC-41D1-92C2-24F0720DADD9}"/>
              </a:ext>
            </a:extLst>
          </p:cNvPr>
          <p:cNvSpPr/>
          <p:nvPr/>
        </p:nvSpPr>
        <p:spPr>
          <a:xfrm>
            <a:off x="4590599" y="772644"/>
            <a:ext cx="157812" cy="145940"/>
          </a:xfrm>
          <a:prstGeom prst="ellipse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cxnSp>
        <p:nvCxnSpPr>
          <p:cNvPr id="468" name="Connector: Elbow 467">
            <a:extLst>
              <a:ext uri="{FF2B5EF4-FFF2-40B4-BE49-F238E27FC236}">
                <a16:creationId xmlns:a16="http://schemas.microsoft.com/office/drawing/2014/main" id="{C7CE426A-A0E3-403F-B1AB-2D0B6D593647}"/>
              </a:ext>
            </a:extLst>
          </p:cNvPr>
          <p:cNvCxnSpPr>
            <a:stCxn id="227" idx="1"/>
            <a:endCxn id="233" idx="0"/>
          </p:cNvCxnSpPr>
          <p:nvPr/>
        </p:nvCxnSpPr>
        <p:spPr>
          <a:xfrm rot="10800000" flipV="1">
            <a:off x="4669506" y="513640"/>
            <a:ext cx="239689" cy="2590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: Elbow 469">
            <a:extLst>
              <a:ext uri="{FF2B5EF4-FFF2-40B4-BE49-F238E27FC236}">
                <a16:creationId xmlns:a16="http://schemas.microsoft.com/office/drawing/2014/main" id="{F58E42C5-E85A-4B1E-987C-B8A40E1C0D5E}"/>
              </a:ext>
            </a:extLst>
          </p:cNvPr>
          <p:cNvCxnSpPr>
            <a:stCxn id="231" idx="1"/>
            <a:endCxn id="233" idx="4"/>
          </p:cNvCxnSpPr>
          <p:nvPr/>
        </p:nvCxnSpPr>
        <p:spPr>
          <a:xfrm rot="10800000">
            <a:off x="4669505" y="918585"/>
            <a:ext cx="239688" cy="26603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31620B2E-C15F-4A20-8EDB-87675C1D0FDA}"/>
              </a:ext>
            </a:extLst>
          </p:cNvPr>
          <p:cNvGrpSpPr/>
          <p:nvPr/>
        </p:nvGrpSpPr>
        <p:grpSpPr>
          <a:xfrm>
            <a:off x="3489531" y="645920"/>
            <a:ext cx="949971" cy="472172"/>
            <a:chOff x="4340352" y="955718"/>
            <a:chExt cx="1016350" cy="525987"/>
          </a:xfrm>
        </p:grpSpPr>
        <p:sp>
          <p:nvSpPr>
            <p:cNvPr id="244" name="Parallelogram 243">
              <a:extLst>
                <a:ext uri="{FF2B5EF4-FFF2-40B4-BE49-F238E27FC236}">
                  <a16:creationId xmlns:a16="http://schemas.microsoft.com/office/drawing/2014/main" id="{04F9C2F1-C0F5-4216-9E34-2E067D8DE3F6}"/>
                </a:ext>
              </a:extLst>
            </p:cNvPr>
            <p:cNvSpPr/>
            <p:nvPr/>
          </p:nvSpPr>
          <p:spPr>
            <a:xfrm>
              <a:off x="4340352" y="958485"/>
              <a:ext cx="998064" cy="523220"/>
            </a:xfrm>
            <a:prstGeom prst="parallelogram">
              <a:avLst/>
            </a:prstGeom>
            <a:no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624D1C12-1795-4C17-A4D0-3588C9CC16AB}"/>
                </a:ext>
              </a:extLst>
            </p:cNvPr>
            <p:cNvSpPr txBox="1"/>
            <p:nvPr/>
          </p:nvSpPr>
          <p:spPr>
            <a:xfrm>
              <a:off x="4346447" y="955718"/>
              <a:ext cx="1010255" cy="445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Combined Dataset</a:t>
              </a:r>
            </a:p>
          </p:txBody>
        </p:sp>
      </p:grpSp>
      <p:cxnSp>
        <p:nvCxnSpPr>
          <p:cNvPr id="474" name="Straight Arrow Connector 473">
            <a:extLst>
              <a:ext uri="{FF2B5EF4-FFF2-40B4-BE49-F238E27FC236}">
                <a16:creationId xmlns:a16="http://schemas.microsoft.com/office/drawing/2014/main" id="{F56AAD8F-CE84-4982-A8A2-CF090E326B56}"/>
              </a:ext>
            </a:extLst>
          </p:cNvPr>
          <p:cNvCxnSpPr>
            <a:stCxn id="233" idx="2"/>
            <a:endCxn id="245" idx="3"/>
          </p:cNvCxnSpPr>
          <p:nvPr/>
        </p:nvCxnSpPr>
        <p:spPr>
          <a:xfrm flipH="1">
            <a:off x="4439502" y="845614"/>
            <a:ext cx="151097" cy="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Straight Arrow Connector 485">
            <a:extLst>
              <a:ext uri="{FF2B5EF4-FFF2-40B4-BE49-F238E27FC236}">
                <a16:creationId xmlns:a16="http://schemas.microsoft.com/office/drawing/2014/main" id="{B10AAE96-DB28-4359-9B0B-CC032507D38A}"/>
              </a:ext>
            </a:extLst>
          </p:cNvPr>
          <p:cNvCxnSpPr>
            <a:stCxn id="245" idx="1"/>
            <a:endCxn id="141" idx="6"/>
          </p:cNvCxnSpPr>
          <p:nvPr/>
        </p:nvCxnSpPr>
        <p:spPr>
          <a:xfrm flipH="1">
            <a:off x="1951068" y="845975"/>
            <a:ext cx="1544160" cy="43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Rectangle 262">
            <a:extLst>
              <a:ext uri="{FF2B5EF4-FFF2-40B4-BE49-F238E27FC236}">
                <a16:creationId xmlns:a16="http://schemas.microsoft.com/office/drawing/2014/main" id="{27C8A69B-BB1A-475A-BD39-C939BA30ED10}"/>
              </a:ext>
            </a:extLst>
          </p:cNvPr>
          <p:cNvSpPr/>
          <p:nvPr/>
        </p:nvSpPr>
        <p:spPr>
          <a:xfrm>
            <a:off x="3414325" y="224682"/>
            <a:ext cx="2419116" cy="1194189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AC4029ED-4016-4BBA-A5ED-3956D762F8AE}"/>
              </a:ext>
            </a:extLst>
          </p:cNvPr>
          <p:cNvGrpSpPr/>
          <p:nvPr/>
        </p:nvGrpSpPr>
        <p:grpSpPr>
          <a:xfrm>
            <a:off x="3410972" y="219788"/>
            <a:ext cx="451472" cy="262329"/>
            <a:chOff x="1465446" y="383906"/>
            <a:chExt cx="497777" cy="262329"/>
          </a:xfrm>
        </p:grpSpPr>
        <p:sp>
          <p:nvSpPr>
            <p:cNvPr id="268" name="Rectangle: Single Corner Snipped 267">
              <a:extLst>
                <a:ext uri="{FF2B5EF4-FFF2-40B4-BE49-F238E27FC236}">
                  <a16:creationId xmlns:a16="http://schemas.microsoft.com/office/drawing/2014/main" id="{8746C196-C6BB-453E-AF31-9EB051F1469C}"/>
                </a:ext>
              </a:extLst>
            </p:cNvPr>
            <p:cNvSpPr/>
            <p:nvPr/>
          </p:nvSpPr>
          <p:spPr>
            <a:xfrm flipV="1">
              <a:off x="1465447" y="383906"/>
              <a:ext cx="497776" cy="262329"/>
            </a:xfrm>
            <a:prstGeom prst="snip1Rect">
              <a:avLst>
                <a:gd name="adj" fmla="val 3986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6319DDBD-33D4-42AF-A2F7-3087FD8E28B0}"/>
                </a:ext>
              </a:extLst>
            </p:cNvPr>
            <p:cNvSpPr txBox="1"/>
            <p:nvPr/>
          </p:nvSpPr>
          <p:spPr>
            <a:xfrm>
              <a:off x="1465446" y="392173"/>
              <a:ext cx="4958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CC</a:t>
              </a:r>
            </a:p>
          </p:txBody>
        </p: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CCAAB251-2EAC-461E-B6B6-B0F93B59825D}"/>
              </a:ext>
            </a:extLst>
          </p:cNvPr>
          <p:cNvGrpSpPr/>
          <p:nvPr/>
        </p:nvGrpSpPr>
        <p:grpSpPr>
          <a:xfrm>
            <a:off x="4723034" y="244634"/>
            <a:ext cx="386490" cy="246221"/>
            <a:chOff x="945142" y="761367"/>
            <a:chExt cx="386490" cy="246221"/>
          </a:xfrm>
        </p:grpSpPr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D448546-2F41-4D5D-8292-182885424D53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D884F947-4B5C-4AF8-B399-7B51C605AE96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5471BE06-CFD4-4199-8261-AEE6BF06763B}"/>
              </a:ext>
            </a:extLst>
          </p:cNvPr>
          <p:cNvGrpSpPr/>
          <p:nvPr/>
        </p:nvGrpSpPr>
        <p:grpSpPr>
          <a:xfrm>
            <a:off x="4731434" y="893834"/>
            <a:ext cx="386490" cy="246221"/>
            <a:chOff x="945142" y="761367"/>
            <a:chExt cx="386490" cy="246221"/>
          </a:xfrm>
        </p:grpSpPr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CBB33BF-3DE5-4D01-BC7D-391E247B57E2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5253C13D-31FD-48B6-9447-53ACC83F74CF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C39C044-63C9-4914-8ECD-FE51C7506742}"/>
              </a:ext>
            </a:extLst>
          </p:cNvPr>
          <p:cNvGrpSpPr/>
          <p:nvPr/>
        </p:nvGrpSpPr>
        <p:grpSpPr>
          <a:xfrm>
            <a:off x="3413834" y="555434"/>
            <a:ext cx="386490" cy="246221"/>
            <a:chOff x="945142" y="761367"/>
            <a:chExt cx="386490" cy="246221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96940C26-09B6-415E-9B74-1D5DA0E82A45}"/>
                </a:ext>
              </a:extLst>
            </p:cNvPr>
            <p:cNvSpPr/>
            <p:nvPr/>
          </p:nvSpPr>
          <p:spPr>
            <a:xfrm>
              <a:off x="1047531" y="794577"/>
              <a:ext cx="181713" cy="169083"/>
            </a:xfrm>
            <a:prstGeom prst="ellipse">
              <a:avLst/>
            </a:prstGeom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BF0CA856-059B-4E75-A8BB-DB59C7B70381}"/>
                </a:ext>
              </a:extLst>
            </p:cNvPr>
            <p:cNvSpPr txBox="1"/>
            <p:nvPr/>
          </p:nvSpPr>
          <p:spPr>
            <a:xfrm>
              <a:off x="945142" y="761367"/>
              <a:ext cx="38649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0957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86E7C0-6D38-49A4-BC3A-330ED6349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169765"/>
              </p:ext>
            </p:extLst>
          </p:nvPr>
        </p:nvGraphicFramePr>
        <p:xfrm>
          <a:off x="3048318" y="2174875"/>
          <a:ext cx="3047365" cy="1396366"/>
        </p:xfrm>
        <a:graphic>
          <a:graphicData uri="http://schemas.openxmlformats.org/drawingml/2006/table">
            <a:tbl>
              <a:tblPr firstRow="1" firstCol="1" bandRow="1">
                <a:tableStyleId>{608F3B1B-B6BC-4BD1-84F6-B15D053847C7}</a:tableStyleId>
              </a:tblPr>
              <a:tblGrid>
                <a:gridCol w="739775">
                  <a:extLst>
                    <a:ext uri="{9D8B030D-6E8A-4147-A177-3AD203B41FA5}">
                      <a16:colId xmlns:a16="http://schemas.microsoft.com/office/drawing/2014/main" val="3743709155"/>
                    </a:ext>
                  </a:extLst>
                </a:gridCol>
                <a:gridCol w="461010">
                  <a:extLst>
                    <a:ext uri="{9D8B030D-6E8A-4147-A177-3AD203B41FA5}">
                      <a16:colId xmlns:a16="http://schemas.microsoft.com/office/drawing/2014/main" val="690904651"/>
                    </a:ext>
                  </a:extLst>
                </a:gridCol>
                <a:gridCol w="461645">
                  <a:extLst>
                    <a:ext uri="{9D8B030D-6E8A-4147-A177-3AD203B41FA5}">
                      <a16:colId xmlns:a16="http://schemas.microsoft.com/office/drawing/2014/main" val="2684173452"/>
                    </a:ext>
                  </a:extLst>
                </a:gridCol>
                <a:gridCol w="461645">
                  <a:extLst>
                    <a:ext uri="{9D8B030D-6E8A-4147-A177-3AD203B41FA5}">
                      <a16:colId xmlns:a16="http://schemas.microsoft.com/office/drawing/2014/main" val="107421031"/>
                    </a:ext>
                  </a:extLst>
                </a:gridCol>
                <a:gridCol w="461645">
                  <a:extLst>
                    <a:ext uri="{9D8B030D-6E8A-4147-A177-3AD203B41FA5}">
                      <a16:colId xmlns:a16="http://schemas.microsoft.com/office/drawing/2014/main" val="3888010629"/>
                    </a:ext>
                  </a:extLst>
                </a:gridCol>
                <a:gridCol w="461645">
                  <a:extLst>
                    <a:ext uri="{9D8B030D-6E8A-4147-A177-3AD203B41FA5}">
                      <a16:colId xmlns:a16="http://schemas.microsoft.com/office/drawing/2014/main" val="3805155099"/>
                    </a:ext>
                  </a:extLst>
                </a:gridCol>
              </a:tblGrid>
              <a:tr h="240983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Classifier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NB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DT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k-NN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SVM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69251608"/>
                  </a:ext>
                </a:extLst>
              </a:tr>
              <a:tr h="240983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Matric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593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0.97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0.81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71181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0.81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761826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0.95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0.91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72361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0.97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0.86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381047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AUC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0.97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0.81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29922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Specificity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0.80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3306162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CDF9D7-69D9-4562-949F-C35146D442EC}"/>
              </a:ext>
            </a:extLst>
          </p:cNvPr>
          <p:cNvCxnSpPr>
            <a:cxnSpLocks/>
          </p:cNvCxnSpPr>
          <p:nvPr/>
        </p:nvCxnSpPr>
        <p:spPr>
          <a:xfrm flipH="1" flipV="1">
            <a:off x="3048318" y="2174876"/>
            <a:ext cx="731202" cy="481964"/>
          </a:xfrm>
          <a:prstGeom prst="line">
            <a:avLst/>
          </a:prstGeom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69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AF72C7-AB90-4E84-8AEC-B8ABE7A81DA4}"/>
              </a:ext>
            </a:extLst>
          </p:cNvPr>
          <p:cNvGraphicFramePr>
            <a:graphicFrameLocks noGrp="1"/>
          </p:cNvGraphicFramePr>
          <p:nvPr/>
        </p:nvGraphicFramePr>
        <p:xfrm>
          <a:off x="3609862" y="452755"/>
          <a:ext cx="1924276" cy="4998720"/>
        </p:xfrm>
        <a:graphic>
          <a:graphicData uri="http://schemas.openxmlformats.org/drawingml/2006/table">
            <a:tbl>
              <a:tblPr firstRow="1" firstCol="1" bandRow="1">
                <a:tableStyleId>{608F3B1B-B6BC-4BD1-84F6-B15D053847C7}</a:tableStyleId>
              </a:tblPr>
              <a:tblGrid>
                <a:gridCol w="641158">
                  <a:extLst>
                    <a:ext uri="{9D8B030D-6E8A-4147-A177-3AD203B41FA5}">
                      <a16:colId xmlns:a16="http://schemas.microsoft.com/office/drawing/2014/main" val="2836010066"/>
                    </a:ext>
                  </a:extLst>
                </a:gridCol>
                <a:gridCol w="641559">
                  <a:extLst>
                    <a:ext uri="{9D8B030D-6E8A-4147-A177-3AD203B41FA5}">
                      <a16:colId xmlns:a16="http://schemas.microsoft.com/office/drawing/2014/main" val="3759679039"/>
                    </a:ext>
                  </a:extLst>
                </a:gridCol>
                <a:gridCol w="641559">
                  <a:extLst>
                    <a:ext uri="{9D8B030D-6E8A-4147-A177-3AD203B41FA5}">
                      <a16:colId xmlns:a16="http://schemas.microsoft.com/office/drawing/2014/main" val="111876941"/>
                    </a:ext>
                  </a:extLst>
                </a:gridCol>
              </a:tblGrid>
              <a:tr h="8661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Attribute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Unit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Type of Data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1496121327"/>
                  </a:ext>
                </a:extLst>
              </a:tr>
              <a:tr h="8661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Age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Numeric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In Years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08281333"/>
                  </a:ext>
                </a:extLst>
              </a:tr>
              <a:tr h="22133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Sex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Nominal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Male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Female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544678449"/>
                  </a:ext>
                </a:extLst>
              </a:tr>
              <a:tr h="923844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Chest Pain Type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Nominal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Typical Angina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Atypical Angina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Non-anginal Pain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Asymptomatic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971488939"/>
                  </a:ext>
                </a:extLst>
              </a:tr>
              <a:tr h="17322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Resting Blood Pressure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Numeric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94-200 (mm HG)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021636828"/>
                  </a:ext>
                </a:extLst>
              </a:tr>
              <a:tr h="8661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Cholesterol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Numeric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126-564 (mg/dl)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300290577"/>
                  </a:ext>
                </a:extLst>
              </a:tr>
              <a:tr h="17322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Fasting Blood Sugar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Binary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Yes / No &gt; 120 mg/dl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142326829"/>
                  </a:ext>
                </a:extLst>
              </a:tr>
              <a:tr h="78911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Resting ECG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Nominal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Normal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Abnormal ST-T Wave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Left Ventricular Hypertrophy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1796661273"/>
                  </a:ext>
                </a:extLst>
              </a:tr>
              <a:tr h="17322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Maximum Heart Rate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Numeric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71-202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309609452"/>
                  </a:ext>
                </a:extLst>
              </a:tr>
              <a:tr h="8661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Exercise Angina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Binary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Yes / No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635676818"/>
                  </a:ext>
                </a:extLst>
              </a:tr>
              <a:tr h="8661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Oldpeak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Numeric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0 - 6.2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419259855"/>
                  </a:ext>
                </a:extLst>
              </a:tr>
              <a:tr h="442675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ST Slope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Nominal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Upsloping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Flat</a:t>
                      </a:r>
                    </a:p>
                    <a:p>
                      <a:pPr marL="342900" marR="0" lvl="0" indent="-342900" algn="l">
                        <a:spcBef>
                          <a:spcPts val="0"/>
                        </a:spcBef>
                        <a:spcAft>
                          <a:spcPts val="600"/>
                        </a:spcAft>
                        <a:buFont typeface="+mj-lt"/>
                        <a:buAutoNum type="arabicPeriod"/>
                      </a:pPr>
                      <a:r>
                        <a:rPr lang="en-US" sz="600">
                          <a:effectLst/>
                        </a:rPr>
                        <a:t>Downsloping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1705223277"/>
                  </a:ext>
                </a:extLst>
              </a:tr>
              <a:tr h="8661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Heart Disease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>
                          <a:effectLst/>
                        </a:rPr>
                        <a:t>Binary</a:t>
                      </a:r>
                      <a:endParaRPr lang="en-US" sz="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600" dirty="0">
                          <a:effectLst/>
                        </a:rPr>
                        <a:t>Yes / No</a:t>
                      </a:r>
                      <a:endParaRPr lang="en-US" sz="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Vrinda" panose="020B0502040204020203" pitchFamily="34" charset="0"/>
                      </a:endParaRPr>
                    </a:p>
                  </a:txBody>
                  <a:tcPr marL="43305" marR="43305" marT="0" marB="0"/>
                </a:tc>
                <a:extLst>
                  <a:ext uri="{0D108BD9-81ED-4DB2-BD59-A6C34878D82A}">
                    <a16:rowId xmlns:a16="http://schemas.microsoft.com/office/drawing/2014/main" val="2304633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5857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7A269C39-E618-46B8-965C-BDDB3C073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194696"/>
              </p:ext>
            </p:extLst>
          </p:nvPr>
        </p:nvGraphicFramePr>
        <p:xfrm>
          <a:off x="355600" y="558800"/>
          <a:ext cx="8251950" cy="14438206"/>
        </p:xfrm>
        <a:graphic>
          <a:graphicData uri="http://schemas.openxmlformats.org/drawingml/2006/table">
            <a:tbl>
              <a:tblPr firstRow="1" bandRow="1">
                <a:tableStyleId>{608F3B1B-B6BC-4BD1-84F6-B15D053847C7}</a:tableStyleId>
              </a:tblPr>
              <a:tblGrid>
                <a:gridCol w="687662">
                  <a:extLst>
                    <a:ext uri="{9D8B030D-6E8A-4147-A177-3AD203B41FA5}">
                      <a16:colId xmlns:a16="http://schemas.microsoft.com/office/drawing/2014/main" val="3942127372"/>
                    </a:ext>
                  </a:extLst>
                </a:gridCol>
                <a:gridCol w="1986788">
                  <a:extLst>
                    <a:ext uri="{9D8B030D-6E8A-4147-A177-3AD203B41FA5}">
                      <a16:colId xmlns:a16="http://schemas.microsoft.com/office/drawing/2014/main" val="3345220856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384592660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3232899576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3444054608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1256184203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1460828172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1584819825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2722091132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1900900599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1802867845"/>
                    </a:ext>
                  </a:extLst>
                </a:gridCol>
                <a:gridCol w="557750">
                  <a:extLst>
                    <a:ext uri="{9D8B030D-6E8A-4147-A177-3AD203B41FA5}">
                      <a16:colId xmlns:a16="http://schemas.microsoft.com/office/drawing/2014/main" val="2825143724"/>
                    </a:ext>
                  </a:extLst>
                </a:gridCol>
              </a:tblGrid>
              <a:tr h="368723"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Classifier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Hyper-parameters</a:t>
                      </a:r>
                    </a:p>
                  </a:txBody>
                  <a:tcPr anchor="ctr"/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 Size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5747001"/>
                  </a:ext>
                </a:extLst>
              </a:tr>
              <a:tr h="368723">
                <a:tc v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8079523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random_state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=4686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DecisionTreeClassifier</a:t>
                      </a:r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random_state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=4686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0.83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0.93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1338657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DT PCA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/>
                          <a:cs typeface="Times New Roman" panose="02020603050405020304" pitchFamily="18" charset="0"/>
                          <a:sym typeface="Arial"/>
                        </a:rPr>
                        <a:t>1347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PCA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n_components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9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DecisionTreeClassifier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/>
                          <a:cs typeface="Times New Roman" panose="02020603050405020304" pitchFamily="18" charset="0"/>
                          <a:sym typeface="Arial"/>
                        </a:rPr>
                        <a:t>1347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0.66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0.74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0.80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4115431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DT Isolation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1120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algn="l"/>
                      <a:r>
                        <a:rPr lang="fr-FR" sz="9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IsolationForest</a:t>
                      </a:r>
                      <a:r>
                        <a:rPr lang="fr-FR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n_estimators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173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contamination: 0.08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random_state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1120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max_samples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204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DecisionTreeClassifier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=1120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criterion: </a:t>
                      </a: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gini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0.72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0.73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0.92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0.84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2428591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DT 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Sequential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Dropout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rate: 0.04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fr-FR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Dense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units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1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activation: </a:t>
                      </a: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sigmoid</a:t>
                      </a:r>
                      <a:endParaRPr lang="fr-FR" sz="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fr-FR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Optimizer (Adam)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learning_rate</a:t>
                      </a: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~0.0769 (1/13)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fr-FR" sz="9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Compilation (</a:t>
                      </a:r>
                      <a:r>
                        <a:rPr lang="en-US" sz="9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model.compile</a:t>
                      </a:r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loss: </a:t>
                      </a:r>
                      <a:r>
                        <a:rPr lang="en-US" sz="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binary_crossentropy</a:t>
                      </a:r>
                      <a:endParaRPr lang="en-US" sz="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endParaRPr lang="en-US" sz="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Training (</a:t>
                      </a:r>
                      <a:r>
                        <a:rPr lang="en-US" sz="9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model.fit</a:t>
                      </a:r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epochs: 229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batch_size</a:t>
                      </a: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10000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verbose: 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DecisionTreeClassifier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=637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0.70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0.80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0.94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0.82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1999505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random_state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=64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n_estimators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=95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RandomForestClassifier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random_state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0.83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0.90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0.92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0.93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8888507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PCA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/>
                          <a:cs typeface="Times New Roman" panose="02020603050405020304" pitchFamily="18" charset="0"/>
                          <a:sym typeface="Arial"/>
                        </a:rPr>
                        <a:t>1947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PCA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n_components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9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RandomForestClassifier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=255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/>
                          <a:cs typeface="Times New Roman" panose="02020603050405020304" pitchFamily="18" charset="0"/>
                          <a:sym typeface="Arial"/>
                        </a:rPr>
                        <a:t>n_estimators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/>
                          <a:cs typeface="Times New Roman" panose="02020603050405020304" pitchFamily="18" charset="0"/>
                          <a:sym typeface="Arial"/>
                        </a:rPr>
                        <a:t>=96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0.74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0.84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0.90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5310054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Isolation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=491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algn="l"/>
                      <a:r>
                        <a:rPr lang="fr-FR" sz="9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IsolationForest</a:t>
                      </a:r>
                      <a:r>
                        <a:rPr lang="fr-FR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n_estimators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26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contamination: 0.08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random_state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1737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max_samples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256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RandomForestClassifier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=1737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n_estimators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=62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criterion: </a:t>
                      </a:r>
                      <a:r>
                        <a:rPr lang="en-US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gini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0.83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0.92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8184869"/>
                  </a:ext>
                </a:extLst>
              </a:tr>
              <a:tr h="368723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Splitting (</a:t>
                      </a:r>
                      <a:r>
                        <a:rPr lang="en-US" sz="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train_test_split</a:t>
                      </a: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</a:t>
                      </a: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Sequential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Dropout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rate: 0.04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fr-FR"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Dense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units</a:t>
                      </a: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1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fr-FR" sz="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activation: </a:t>
                      </a:r>
                      <a:r>
                        <a:rPr lang="fr-FR" sz="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sigmoid</a:t>
                      </a:r>
                      <a:endParaRPr lang="fr-FR" sz="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fr-FR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Optimizer (Adam)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learning_rate</a:t>
                      </a: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~0.0769 (1/13)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fr-FR" sz="9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Compilation (</a:t>
                      </a:r>
                      <a:r>
                        <a:rPr lang="en-US" sz="9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model.compile</a:t>
                      </a:r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loss: </a:t>
                      </a:r>
                      <a:r>
                        <a:rPr lang="en-US" sz="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binary_crossentropy</a:t>
                      </a:r>
                      <a:endParaRPr lang="en-US" sz="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endParaRPr lang="en-US" sz="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/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Training (</a:t>
                      </a:r>
                      <a:r>
                        <a:rPr lang="en-US" sz="9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model.fit</a:t>
                      </a:r>
                      <a:r>
                        <a:rPr lang="en-US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epochs: 229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batch_size</a:t>
                      </a: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10000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verbose: 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RandomForestClassifier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random_state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=637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9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/>
                          <a:cs typeface="Times New Roman" panose="02020603050405020304" pitchFamily="18" charset="0"/>
                          <a:sym typeface="Arial"/>
                        </a:rPr>
                        <a:t>n_estimators</a:t>
                      </a:r>
                      <a:r>
                        <a:rPr lang="en-US" sz="9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/>
                          <a:cs typeface="Times New Roman" panose="02020603050405020304" pitchFamily="18" charset="0"/>
                          <a:sym typeface="Arial"/>
                        </a:rPr>
                        <a:t>=62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0.70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0.75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0.78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0.80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0.81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0.86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0.87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0.89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0.94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9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0.82</a:t>
                      </a:r>
                      <a:endParaRPr kumimoji="0" lang="en-US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357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8288570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E3E7F0"/>
      </a:lt1>
      <a:dk2>
        <a:srgbClr val="000000"/>
      </a:dk2>
      <a:lt2>
        <a:srgbClr val="E3E7F0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1798</TotalTime>
  <Words>670</Words>
  <Application>Microsoft Office PowerPoint</Application>
  <PresentationFormat>On-screen Show (16:9)</PresentationFormat>
  <Paragraphs>351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Vidaloka</vt:lpstr>
      <vt:lpstr>Montserrat</vt:lpstr>
      <vt:lpstr>Arial</vt:lpstr>
      <vt:lpstr>Times New Roman</vt:lpstr>
      <vt:lpstr>Minimalist Business Slides XL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Minimalist Business Slides</dc:title>
  <cp:lastModifiedBy>Israt Tasnim Esha</cp:lastModifiedBy>
  <cp:revision>139</cp:revision>
  <dcterms:modified xsi:type="dcterms:W3CDTF">2024-06-15T21:53:35Z</dcterms:modified>
</cp:coreProperties>
</file>